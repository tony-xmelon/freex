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0306D-FF1A-D356-00B1-28949A8764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3680C7-1BCB-33D6-CB3F-5C003DACCC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CDC1F-CDCE-B652-EA8B-5B3A958A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07F6E6-BD06-4C7E-4A1E-C5C50544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6DBF6-6EC7-5279-2171-0F4FC0D90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74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6EA1-3E89-FA5F-C4DD-4766CEFD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B8648-564F-95B1-FC5E-5A159C4A8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8A725-67E2-F4B7-0224-E18FC6DEE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E1149-44FF-4DD8-6B06-5833CAD0B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0EE39-C727-A361-415F-C20E8BBA8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87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FDEE-04BF-86D7-5911-E0308399A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43716-F27F-6A27-E4BE-83FB57E27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E49A5-5088-0DC4-208F-49ADAF36D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583D3-0108-1384-A9DA-731BA9111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ACABE-5D1E-8B3D-8E68-7ACDCE89E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21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9291E-5956-D250-78AF-BBB9AA048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6FC7C-E41D-2FA3-DE95-3B57859B9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177B5D-1D45-5503-2539-53AF4B6E3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E3713-DFF2-35DA-6717-9489AB1A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4B5D4-628D-691C-0880-7F5FD9AC7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216C9-BC37-3396-8A23-7DD77E717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91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ED00B-2FE4-30AA-05DA-68F4E1B55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089993-D9BC-D46C-1BD7-7A857BF04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5C726-AAB9-61EC-3C42-7AFA0D927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0D41B-5364-40A7-B75E-98ADF0DAB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EFD487-B2FD-F343-F9B7-6701C79FDC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7AEFF4-9E3E-4829-5F7E-7E4F71AC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3D3FB9-A3F4-5B57-6699-337E5BEA3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876699-E611-732E-0149-4F0C26F3A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86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1AD9E-3CD0-FBF2-B519-8E99DEB22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26FF5F-DD2A-D86F-B419-BFEB3266D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45262D-5D6F-59F5-87D8-08A2BA0C0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BE18F-106B-82EE-0CE9-5A103CE88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45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605F21-FCEF-7CF3-6E64-019EDEE83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0B2845-C65E-F42F-8189-DE1A92797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9EE4B-788F-E731-396A-FCF314C1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324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B648-EF33-C321-04C7-E77BFA73A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D01CA-42BD-EE1C-41FA-8E0F07370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0BF4CC-6E70-7ED2-4D62-ED7976B64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6D6982-876C-D58A-1ACC-B8F0C1043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6F957-550D-40C2-BC54-87BD83450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8AD89-B66E-27AC-2F59-18916CEB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887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033D-9C35-BAFA-7B6F-4B53D5D96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9102B6-5707-64F0-B7C0-9A38E14F65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9F7292-1B77-38B7-9C1B-30903EA04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74C900-93B6-7446-EA65-073D7ED65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597A5-1510-9C6F-1759-ECC553C65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E278FC-D73E-1CAB-35AA-0E24E3B5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78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CC46-4917-57AA-20DA-7604C8B4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FD2C6-D183-FE0E-1D3B-9747E0830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ED489-4BAE-0FD0-7216-C0201A245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3408B-F30B-3DC5-9E63-7F602E6F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7AE24-3615-E26B-8379-084F6704C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28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412454-7B9F-85B1-2B36-09D046892A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D4C78-BF9C-A258-1A8C-D734FE0000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1A71-6EDB-E48A-1638-11A4A60D0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43A65-CCF1-CD4C-0393-EFC4EC1F9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2C80-E4BD-E879-0332-AE149E2B4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883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2F98B1-D7F3-A170-01A7-DE4CDE74E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5C6BF-58D4-95D2-EC17-236533BA86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8A97E-AD16-2CD4-890B-A4CA973FD3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55E2D-8DBF-4645-9168-FD7B691BF237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A53FD-6A55-ABE3-82AF-886B354461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C8872-56F0-041F-E2EE-3283F8BF7A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86AFE5-9E18-4557-886E-3E84579CF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6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estPicture">
            <a:extLst>
              <a:ext uri="{FF2B5EF4-FFF2-40B4-BE49-F238E27FC236}">
                <a16:creationId xmlns:a16="http://schemas.microsoft.com/office/drawing/2014/main" id="{8C8849D0-85EE-7C6E-2FE0-06B63E7F690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016000"/>
            <a:ext cx="4064000" cy="2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91DBE8-3DAE-7B2E-B1E7-2B06C8329FD9}"/>
              </a:ext>
            </a:extLst>
          </p:cNvPr>
          <p:cNvSpPr txBox="1"/>
          <p:nvPr/>
        </p:nvSpPr>
        <p:spPr>
          <a:xfrm>
            <a:off x="1270000" y="3746500"/>
            <a:ext cx="406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/>
              <a:t>Embedded test image (corpus deck 04)</a:t>
            </a:r>
          </a:p>
        </p:txBody>
      </p:sp>
    </p:spTree>
    <p:extLst>
      <p:ext uri="{BB962C8B-B14F-4D97-AF65-F5344CB8AC3E}">
        <p14:creationId xmlns:p14="http://schemas.microsoft.com/office/powerpoint/2010/main" val="2807212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2026-06-25T14:20:22Z</dcterms:created>
  <dcterms:modified xsi:type="dcterms:W3CDTF">2026-06-25T14:20:22Z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2026-06-25T14:20:22Z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8020bbb3-9cd6-47fd-805f-807853cd7eb6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