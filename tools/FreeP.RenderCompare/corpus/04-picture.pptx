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9068-0C80-9F65-93BD-F3B18FEA1B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3C1C7-7FF0-97EB-858F-36ED6CDC6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E6DB1-3C01-F879-57A6-1E62C41B9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FAC85-D419-55CE-B9DB-75EC30AA7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5A42-820E-8C4A-17B9-5716DBAA2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23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691A-6A71-D007-5E39-9687DBE5E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31534-A758-375C-07A9-B98E128F6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70F60-485E-0DE4-1448-ED0A1B2C3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12D660-1B61-93B9-0505-067E7B267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B2844-9EC8-CAD4-F733-DF39C1375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80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84791-7611-482F-F00B-5C82AF75C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27FEF5-38C0-6EF3-3215-7E509826C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40594-8120-8152-39A0-BCA9B97E3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74762-F750-CF48-A27C-D555FF335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1CB32-D44D-0654-A367-C20D8E4B7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181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88E9A-C2F0-9FCB-0206-939E83F1D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E3D49-1617-46B6-EFAC-156B0117B5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4A7B39-F035-4A06-2AA5-A37B91DD3A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1F595A-2BD1-D7A2-36B6-2EB1D324F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E3E892-741C-F88C-0AA7-8E9A2F064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8401-4E16-657A-B7D4-4542798C2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8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26F73-3AD8-1703-EA55-9FF042A88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2AEC6-5D31-3D0B-2523-542B78899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71F4F5-E930-B78B-03BB-E7DC16ED3A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B0A1D0-2CE2-09CD-C3C7-F47D1F0B8F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0FAE3-A43C-F2B2-9CD1-8CF3D254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730BEF-83A0-9B19-8DAE-F7A622301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199B2A-B624-2887-DA5E-D1EB1EB21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C3308E-D361-F987-7202-0C4086E8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62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94F94-C20F-651D-057E-7E5EB78A0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260E5E-A313-F673-037A-49BAE5320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633C5-13F9-A4A8-023C-1C6F66907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33EA0B-4032-B2F7-74C9-D64C3A634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15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918616-F9EF-E694-95DC-FC24637EB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4FAAE0-59FC-5BB9-4FE5-90B0B4754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6CD70-CD8F-3988-5DFB-B7CE4EE04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19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BBBED-A5F5-2C4D-B57C-8154504D0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F2A2E-D591-CFCF-A9AE-21770EA1F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8B549-7E47-E14A-33D5-BCB073F77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051601-AA87-561B-A203-3970061C8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7D81CC-45A0-EFED-F778-5F143E7D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1F4D8A-ADF0-9A32-6A6B-4280D366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06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CC64-8079-ED3C-22A7-E5E081798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98BCC5-D742-05B3-FF3C-0F96079A08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9143B-34B6-A43E-B313-BF9F76456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56CDB2-B74D-B6AA-7854-AC077EB19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7C2332-8778-5319-89EB-8B62FBBA4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0B0075-F565-A6AC-5B1C-79B231C46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529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0EB0C-D25C-30A0-CD23-C5D69A231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D4D8CC-4820-6C8B-FD26-D458D916C1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592D0-6B23-0E28-6A3D-599601F2C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A1507-140B-AD60-5BAA-9ECCB8A2C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0D673-29B1-D439-C94F-36F48E7B9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21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F2A4AE-504A-46F9-2514-3D980292A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5E2D63-8108-AED1-8C58-EFE336B892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2F0E7-DB96-84E0-E63F-4A2ABF00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BE223-A527-0A3F-1A6F-302015C3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53153-040D-27ED-C2E4-E0CBF712C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239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5D9565-23FD-200D-61BF-1F2973358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83980-9581-88F4-A5A9-BAB306250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48FC3-316C-86B9-89A4-D9A3354124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A719E9-E1C7-4088-B20A-F699BC12EC3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415C9-2506-3A89-B674-48C9BCD910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285F1-F0BC-C046-7F93-4B1DABA09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9187B-99F4-4735-ABB4-FE66A9D550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722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estPicture">
            <a:extLst>
              <a:ext uri="{FF2B5EF4-FFF2-40B4-BE49-F238E27FC236}">
                <a16:creationId xmlns:a16="http://schemas.microsoft.com/office/drawing/2014/main" id="{AF5345A4-0B51-994C-A8CD-B29EDAC6201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016000"/>
            <a:ext cx="4064000" cy="2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38CECD4-F00C-36D6-679A-77E64FD39828}"/>
              </a:ext>
            </a:extLst>
          </p:cNvPr>
          <p:cNvSpPr txBox="1"/>
          <p:nvPr/>
        </p:nvSpPr>
        <p:spPr>
          <a:xfrm>
            <a:off x="1270000" y="3746500"/>
            <a:ext cx="406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/>
              <a:t>Embedded test image (corpus deck 04)</a:t>
            </a:r>
          </a:p>
        </p:txBody>
      </p:sp>
    </p:spTree>
    <p:extLst>
      <p:ext uri="{BB962C8B-B14F-4D97-AF65-F5344CB8AC3E}">
        <p14:creationId xmlns:p14="http://schemas.microsoft.com/office/powerpoint/2010/main" val="33921160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2026-06-25T17:06:33Z</dcterms:created>
  <dcterms:modified xsi:type="dcterms:W3CDTF">2026-06-25T17:06:33Z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2026-06-25T17:06:33Z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bc0231f0-c15e-46ec-9eab-cd6e801553ef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