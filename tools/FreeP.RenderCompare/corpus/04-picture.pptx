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83597-A3B7-80CD-EFAF-9CE40D283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0BA03A-C463-D06D-B06F-08D5095DF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C421F-A244-1604-DB8B-F90C4E4DF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6261D-304F-9D28-44F9-431D121E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0CD5B-7AEC-63B4-0F40-070D36B36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5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545D9-C5AC-45F4-8FF6-6E8BDB591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57522-A2A9-EC5A-0C17-DC032984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BAB5C-4EA4-E65A-4862-CF3DC6B44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B3CD5-3AEE-748A-4131-E4EC2033F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0A0EA-25F0-1AE1-870F-BFEA9E800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352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79D6-BD13-75CB-86EA-E05F1F379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FD8B2-3906-92BA-2B8C-DB3D57725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D052F-E571-9015-E486-5F10A048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26D68-B01A-3125-EADE-51C4FAC9C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5E9C77-B503-2611-91C1-EC8011537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685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4D6A9-954E-DF31-D2B9-3430BCF5B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2FF6-F1B2-B24B-BD59-7D631F63EB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00CC73-A440-1538-B122-A92C68032C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5D21B-6E09-C192-A20C-55A03CB40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D4A61-94A1-C5AE-6075-7F149719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C3FE-1E40-F02C-E687-C6A16F8EB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84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410B-8AC4-6F9E-5B82-699FC6DC4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F7532-083B-9678-1183-E7B12C7A9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0E68E4-337B-0EF9-929A-B141746214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F333C9-3A0C-88B8-3975-4579CFE9D0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13E8E0-EBEC-F1C9-D384-63D9AE0306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EB31AB-187E-4C9D-349A-7FB22BD0F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D9632C-3190-80D1-FFE8-A461DEF85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102FA1-4841-B430-3189-4CEE6B76F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05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C640C-AC2C-7DF7-ABCD-621F34F43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F76307-A26E-8205-89F7-9D3B2885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4F226-D38E-B383-B8B6-D6224E5B5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1A14EF-A327-84A6-6BEA-326110E19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65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117BE5-97B2-4FB8-B975-6BE4AEC9C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5D7F25-3F82-95C7-D238-2F955F2C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D0D35-2AE2-CF2A-73CC-CE806D04D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8629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4B58C-3F48-AFCC-B7E0-B78F007E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9D80-481F-9BC0-1B51-82BD6F50F5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DEDDDE-9B73-A61B-62EF-B412530C9B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1F524-4124-6D92-B7E0-9CCFB488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92D71B-64BD-CE7B-53C1-852741DD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A575E-266F-DA56-4125-2877BDC74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582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10C43-4EE8-BF73-9860-03FCF14C8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F9EE4-C5F6-5EF1-68A0-220625D173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A2C980-904E-ED17-89C4-9B49A241E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E0FA1-4430-9D36-2F01-4C31A8EB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C13E8F-3027-A588-E70A-D35ACA7CE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7F2893-5F10-3F38-F9A3-5BE303F8F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818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000A0-59B2-CC44-A91F-149EEA745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E093E8-294F-D537-E8EE-B3FB7D4C0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0CC43-65C0-8112-ECBE-DF2FE9DC3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61AD3-8CF0-5A3B-8EC2-9B20D85C5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FD013-D09F-00E6-F0B6-716CEBA70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478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11630D-E9AB-20B9-3D99-A958D0ECB8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99823-ADA5-F577-8059-F0739668F2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E01A8-D5DB-166F-7AE6-01558005C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B53281-A6F4-777C-673A-83CAC43B9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E1896-FFE7-22AB-F487-6DF76693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309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C9334F-352F-2AFD-BD9E-67E32E1B0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734EC-8E85-F945-8327-77FDE2922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7080D-10A4-11BF-C62D-BD45309B0F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A566AB-29BE-4B7F-AC17-D3FD8657D75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2523E-D34A-28F8-7E39-F09010D36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D4E99-3019-5033-BD28-224489FEA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4AA40-287F-4044-9DA8-666BB2934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032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estPicture">
            <a:extLst>
              <a:ext uri="{FF2B5EF4-FFF2-40B4-BE49-F238E27FC236}">
                <a16:creationId xmlns:a16="http://schemas.microsoft.com/office/drawing/2014/main" id="{F7A51A2D-D6D4-8087-81EB-3A0136D8191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016000"/>
            <a:ext cx="4064000" cy="2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054E25-3BC2-B29A-F1A1-BF2DC748D617}"/>
              </a:ext>
            </a:extLst>
          </p:cNvPr>
          <p:cNvSpPr txBox="1"/>
          <p:nvPr/>
        </p:nvSpPr>
        <p:spPr>
          <a:xfrm>
            <a:off x="1270000" y="3746500"/>
            <a:ext cx="406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/>
              <a:t>Embedded test image (corpus deck 04)</a:t>
            </a:r>
          </a:p>
        </p:txBody>
      </p:sp>
    </p:spTree>
    <p:extLst>
      <p:ext uri="{BB962C8B-B14F-4D97-AF65-F5344CB8AC3E}">
        <p14:creationId xmlns:p14="http://schemas.microsoft.com/office/powerpoint/2010/main" val="4152956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2026-06-25T23:15:55Z</dcterms:created>
  <dcterms:modified xsi:type="dcterms:W3CDTF">2026-06-25T23:15:55Z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2026-06-25T23:15:55Z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409a0c5d-5bb2-4608-8f53-509a90e45d9e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