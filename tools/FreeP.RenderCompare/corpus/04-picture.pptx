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2DD4-C789-BB8B-CB3D-25BDEA130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65EF2-6BB8-B029-1A5A-71677FC63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F5064-DFC9-22B4-D525-63CE1B8E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CEE57-396A-8811-1B2F-29E757A1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5B1E0-F285-DAC2-E391-421CB851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1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8ECC-3401-F7CB-158C-BBE6DB5E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FD277-1609-8E98-1446-6BFA2475F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311C5-6FD2-6302-BDF0-96174B1DF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C6C4E-5DF0-8A39-7248-5F94CF9E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76970-55C1-C33C-7C53-8809A78B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3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249B-3CBA-34FE-2F07-89B31605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1154F-9FE0-454A-532A-90E2DEB23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0FBB4-D144-68DF-D294-E684A409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2D018-B6AC-BE4D-7675-D770E694B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6281B-DBFA-EF14-6A7E-61F3403B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9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5DA0-FD68-6770-2DDD-5E5BE4A66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54284-999F-F374-B171-96F4BC01C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5DB97-1669-699C-6E3E-C9DED5037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02A22-9AA5-3910-6CA0-0EA0A8AF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DD6D6-53B1-F4C6-9714-67F14E53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27853-10E8-4B30-4DBC-59445B02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8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31DF-FB41-3E10-F428-5F6B388D6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199A3-932C-DDCF-6376-FD1FC7362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AF3D2-1B03-2AE4-ED22-069509C37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A431E2-85E3-C703-627E-653160CAE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6E6B4-F231-CE65-D01C-7E7DAB389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7F6D38-C276-E9F1-DC8B-AC4176D60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023DEC-C7A5-673D-F83B-D2A1C3DD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BFBCAE-27DB-A029-7F84-6D93FEB6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7D99-50B8-B764-6DA6-2611C3341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9B825-C427-C2DF-6512-CFF15458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5DC0C-751B-7CA3-294D-AEE8CF52C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391FF-9409-DFB6-0D83-FC1484CE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9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69E71A-22AE-5EC1-D417-544313654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073379-CA90-086A-D37B-52055298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715B1-6B7D-2871-3328-A0A46EEB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2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7D10-3FA3-3A24-E442-EF7F5D8C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97977-42D2-89DE-571E-3DFF4C0B0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4DD04-94C5-98B7-7E58-0F9C15CB2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E5A53-C512-A90F-D9E6-DDEA1815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09D78-37BA-12D0-4954-B0A1D727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B79A1-4030-A97E-5FE1-695CB307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8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B08B-985D-405D-F6A4-6A1D7A0E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995F3-9FD9-D34D-7398-D627B09B8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F49E0-BBE2-10A4-1DB9-BE8212DEA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3A9AB-001C-6679-63A3-20E58F86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69323-892F-0AE4-A294-827DE510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34B68-30B6-4E72-1B17-9A7076E0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49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33A7-AC0F-C5E4-57EF-F6598373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668F8-ED0F-85C0-7116-905801FFB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34631-9183-DC9F-BFA6-F1C29533E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478A7-ABD6-72EA-F005-22FE60D1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4471F-2F5D-6CDE-17D1-FA834401C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1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2E229D-D203-CAD1-0214-8F91680D92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85EA8-486C-A4F5-6FF1-C4B13E9F2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83C57-0D63-778E-9C1F-D87E854F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40D4A-9F56-D776-5BDE-2EBC2CF0E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97CF3-BDE1-269E-2C1D-8F6671CC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24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1067FB-5F12-176F-3A8F-0700993A0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74872-52AE-706F-C4B6-32195DE79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E4EBD-ACAF-D16D-DFAB-088A8AA36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E13F0-7675-4AE9-84E8-78CA07F33BC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AC14B-ED03-3827-E149-CF7F780A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E64AD-276E-CC30-D818-33DBCF3D6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D4D9C-AC70-4D05-AEBA-6D2EF8343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estPicture">
            <a:extLst>
              <a:ext uri="{FF2B5EF4-FFF2-40B4-BE49-F238E27FC236}">
                <a16:creationId xmlns:a16="http://schemas.microsoft.com/office/drawing/2014/main" id="{38B53B06-1A3C-9AC7-7AA6-DB2D7645F2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016000"/>
            <a:ext cx="4064000" cy="25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669F31-7681-34CA-8585-ADD37FDCF246}"/>
              </a:ext>
            </a:extLst>
          </p:cNvPr>
          <p:cNvSpPr txBox="1"/>
          <p:nvPr/>
        </p:nvSpPr>
        <p:spPr>
          <a:xfrm>
            <a:off x="1270000" y="3746500"/>
            <a:ext cx="406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/>
              <a:t>Embedded test image (corpus deck 04)</a:t>
            </a:r>
          </a:p>
        </p:txBody>
      </p:sp>
    </p:spTree>
    <p:extLst>
      <p:ext uri="{BB962C8B-B14F-4D97-AF65-F5344CB8AC3E}">
        <p14:creationId xmlns:p14="http://schemas.microsoft.com/office/powerpoint/2010/main" val="136433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2026-06-25T09:04:26Z</dcterms:created>
  <dcterms:modified xsi:type="dcterms:W3CDTF">2026-06-25T09:04:26Z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2026-06-25T09:04:26Z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3c1e1d2c-b071-43ba-b5a3-3dafcc0b33f1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