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surface3DChart>
        <c:wireframe val="0"/>
        <c:ser>
          <c:idx val="0"/>
          <c:order val="0"/>
          <c:tx>
            <c:v>Low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16</c:v>
              </c:pt>
              <c:pt idx="2">
                <c:v>21</c:v>
              </c:pt>
              <c:pt idx="3">
                <c:v>14</c:v>
              </c:pt>
            </c:numLit>
          </c:val>
          <c:extLst>
            <c:ext xmlns:c16="http://schemas.microsoft.com/office/drawing/2014/chart" uri="{C3380CC4-5D6E-409C-BE32-E72D297353CC}">
              <c16:uniqueId val="{00000003-AC80-472E-9C98-972C8C384F8E}"/>
            </c:ext>
          </c:extLst>
        </c:ser>
        <c:ser>
          <c:idx val="1"/>
          <c:order val="1"/>
          <c:tx>
            <c:v>Mid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24</c:v>
              </c:pt>
              <c:pt idx="2">
                <c:v>29</c:v>
              </c:pt>
              <c:pt idx="3">
                <c:v>22</c:v>
              </c:pt>
            </c:numLit>
          </c:val>
          <c:extLst>
            <c:ext xmlns:c16="http://schemas.microsoft.com/office/drawing/2014/chart" uri="{C3380CC4-5D6E-409C-BE32-E72D297353CC}">
              <c16:uniqueId val="{00000004-AC80-472E-9C98-972C8C384F8E}"/>
            </c:ext>
          </c:extLst>
        </c:ser>
        <c:ser>
          <c:idx val="2"/>
          <c:order val="2"/>
          <c:tx>
            <c:v>High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27</c:v>
              </c:pt>
              <c:pt idx="1">
                <c:v>31</c:v>
              </c:pt>
              <c:pt idx="2">
                <c:v>36</c:v>
              </c:pt>
              <c:pt idx="3">
                <c:v>30</c:v>
              </c:pt>
            </c:numLit>
          </c:val>
          <c:extLst>
            <c:ext xmlns:c16="http://schemas.microsoft.com/office/drawing/2014/chart" uri="{C3380CC4-5D6E-409C-BE32-E72D297353CC}">
              <c16:uniqueId val="{00000005-AC80-472E-9C98-972C8C384F8E}"/>
            </c:ext>
          </c:extLst>
        </c:ser>
        <c:ser>
          <c:idx val="3"/>
          <c:order val="3"/>
          <c:tx>
            <c:v>Peak band</c:v>
          </c:tx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33</c:v>
              </c:pt>
              <c:pt idx="1">
                <c:v>39</c:v>
              </c:pt>
              <c:pt idx="2">
                <c:v>45</c:v>
              </c:pt>
              <c:pt idx="3">
                <c:v>37</c:v>
              </c:pt>
            </c:numLit>
          </c:val>
          <c:extLst>
            <c:ext xmlns:c16="http://schemas.microsoft.com/office/drawing/2014/chart" uri="{C3380CC4-5D6E-409C-BE32-E72D297353CC}">
              <c16:uniqueId val="{00000006-AC80-472E-9C98-972C8C384F8E}"/>
            </c:ext>
          </c:extLst>
        </c:ser>
        <c:bandFmts/>
        <c:axId val="2109730047"/>
        <c:axId val="1795565487"/>
        <c:axId val="2024512879"/>
      </c:surface3DChart>
      <c:catAx>
        <c:axId val="21097300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795565487"/>
        <c:crosses val="autoZero"/>
        <c:auto val="1"/>
        <c:lblAlgn val="ctr"/>
        <c:lblOffset val="100"/>
        <c:noMultiLvlLbl val="0"/>
      </c:catAx>
      <c:valAx>
        <c:axId val="1795565487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09730047"/>
        <c:crosses val="autoZero"/>
        <c:crossBetween val="midCat"/>
      </c:valAx>
      <c:serAx>
        <c:axId val="2024512879"/>
        <c:scaling>
          <c:orientation val="minMax"/>
        </c:scaling>
        <c:delete val="0"/>
        <c:axPos val="b"/>
        <c:majorTickMark val="out"/>
        <c:minorTickMark val="none"/>
        <c:tickLblPos val="nextTo"/>
        <c:crossAx val="1795565487"/>
        <c:crosses val="autoZero"/>
      </c:serAx>
    </c:plotArea>
    <c:legend>
      <c:legendPos val="r"/>
      <c:overlay val="0"/>
      <c:txPr>
        <a:bodyPr/>
        <a:lstStyle/>
        <a:p>
          <a:pPr rtl="0">
            <a:defRPr/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A089-ED56-AA24-9858-1E31FCE17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39A68-B329-1DA8-F3E4-0387A0DF6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ABE9-8176-EE23-9DEB-4E8D8AB1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D48AB-9A65-7010-EA20-341EC23D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99031-E60E-FED7-32EF-25EEBA26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EBDE-6498-3D54-B2FE-0AC58EFB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3928F-BCBD-89BC-63B2-EB072C67D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6ABF-44D2-1B4F-C357-144E8CA8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7C34D-A943-189F-713B-5D5D27C7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E6DC-A7D5-B9E7-8217-CDE8DDAE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6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B4D7-40E5-AB8F-EF2B-FF566358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6AD9D-475C-2ACE-B943-1FA611DCF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837BE-87FA-8412-E44B-4CD757E2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B64A-24CE-7D30-AE7B-62F2AD7D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72824-49AA-77DD-90D7-9FE04C8E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1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C7BA-6A1C-A7A3-02AC-408FB635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027D-0057-DABB-220A-97EF0607D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DB8E9-D44D-B4DE-6B59-29C0762F6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CF7F9-359B-33A8-A074-FD5E6563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85714-DED1-F91A-BF59-4D025944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B2C6C-8AC8-0B34-B6B2-537F3CA5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9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2EAB-F04B-85D7-D794-BB4B4CFA4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5AF5D-8D30-ADA4-8261-260FE9499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2206C-DCB3-CA3C-75DE-5A8D4A125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A2F0A-90E5-B18E-6122-08AC58A64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0308D2-548E-D908-D14A-2C0656996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63BCF-FC9F-8B25-DDED-BAE02B56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5CB34-F9E2-9795-4C23-7AD95F15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B767A-9DD9-9DC0-CCE6-D90F9CA9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2B05-AC3A-84B1-6D6C-F121EEDB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11E99-D05A-EF31-6EB7-87990D89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A09B95-B556-87A2-6AE5-942C5E8C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A4A36-79BC-E7A9-6A97-62D64537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2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51899-49D7-1F5E-049F-F6CB4C60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25765-E8CC-81DD-7BFE-607ACA59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611CB-6E74-BAC6-1177-7DDCC30C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7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D1C66-D82A-CD9F-E513-49FD3CA1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B90D-102F-BAE4-1AA7-99CD0B29B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29D5E-3D70-4532-62B0-B20E4D930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52E31-98A9-EF41-ED7B-32DD7825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82494-3AC8-9458-0109-CD07D8C6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CB03C-9131-79D8-44E3-5B6D3C63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3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6E7A-E5C1-B7FC-DC34-D974934A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8E831-767F-F102-ABF4-9433ACE9B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DE621-342C-FCDF-8492-AF37324B6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01957-B372-C264-6AD5-0E870C3A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EBC3A-CB55-1F63-2CF3-32872238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931B6-C033-0FB2-958F-E549916C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6B11-F3E5-46D6-5201-1E2D4778C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852A1-A237-765F-1609-109B0FA0D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E7955-681F-01AF-28E2-CBBDCE93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075BC-8881-1EC2-1AF5-C4396BBE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36EEC-3AB0-FB35-8941-3F096024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3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95F8A-1A38-2A83-4919-466CA2AB9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EF22A-1F1B-B100-8419-6AEB12A19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FD5B-F066-144A-4FAD-0F8A1535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ED18-8683-A93D-391B-1FF3983F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53749-236C-1428-8DFC-180C7E48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5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68680-ED9A-9093-5380-4A8F330A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0B78C-6965-DA77-B1E1-60EC1B0B5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317C-AB2B-9E45-CA0D-ED06DE1BA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2D160-B956-4221-9397-2F8DF68BB19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CD318-0B86-88BF-217A-45F63BF01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8F176-83BF-B1D0-2144-15369947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3DC16-CA0D-4244-964E-B651FC59F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7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873318-52EF-8869-CB5D-5723188BF2D4}"/>
              </a:ext>
            </a:extLst>
          </p:cNvPr>
          <p:cNvSpPr txBox="1"/>
          <p:nvPr/>
        </p:nvSpPr>
        <p:spPr>
          <a:xfrm>
            <a:off x="3048000" y="698500"/>
            <a:ext cx="6096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Surface 3-D: 4x4 compact topology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E78039C-679D-23B9-4EF3-513799E2D3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339508"/>
              </p:ext>
            </p:extLst>
          </p:nvPr>
        </p:nvGraphicFramePr>
        <p:xfrm>
          <a:off x="3048000" y="1270000"/>
          <a:ext cx="6096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8870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The Band</dc:creator>
  <cp:lastModifiedBy>ALI The Band</cp:lastModifiedBy>
  <cp:revision>1</cp:revision>
  <dcterms:created xsi:type="dcterms:W3CDTF">2026-08-24T18:27:43Z</dcterms:created>
  <dcterms:modified xsi:type="dcterms:W3CDTF">2026-08-24T18:27:43Z</dcterms:modified>
</cp:coreProperties>
</file>