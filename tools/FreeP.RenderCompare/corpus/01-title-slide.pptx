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6DF29-B1FF-008B-7EC8-3D3A78F563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F67562-2779-69A0-1330-0094BDD6B0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CFAD3A-CCC8-EF7B-4B62-FDBAAC1CDC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DC34CB-9D0C-46D2-AF83-D9E99F6E08AA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EEBD82-30B7-740B-773C-08ED3C41A5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389BAF-C914-908D-5DDD-8AC913451E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417EEE-D195-4768-ADC3-D10258B34F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37663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E2AE3D-FBD6-BEA1-A4E2-7A9B878A5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904176-05B4-071C-2C70-B57E54ADAA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757395-04ED-9729-701C-133174037C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DC34CB-9D0C-46D2-AF83-D9E99F6E08AA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283D45-0762-E4BA-9865-41DFF100EF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08E48F-2DF9-71FF-F9D4-348DC68F2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417EEE-D195-4768-ADC3-D10258B34F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3803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277243-153D-35AD-D536-06D49EFCAB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A6A44C-49FF-9476-2ADE-B1EC2CDD01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3353AA-5D9E-37E5-E663-719F7EE085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DC34CB-9D0C-46D2-AF83-D9E99F6E08AA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5D1295-88CC-5EED-83CB-53E4F75D84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98EE99-055A-D476-F5EB-0C17E2E934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417EEE-D195-4768-ADC3-D10258B34F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95388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FD9A12-7847-12FC-631E-9B723D8F9C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83E0CB-9BBD-BEB4-AB91-61F68D1F172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08B959-0CC3-F652-0D16-DFEF901A87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09EBF0-DC90-3F90-A5AA-4E8B9F53D5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DC34CB-9D0C-46D2-AF83-D9E99F6E08AA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FF2393-B89D-C221-A730-A4E226AD5B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0B01AF-51C4-11BC-158A-E044D1735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417EEE-D195-4768-ADC3-D10258B34F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58364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FB6399-F249-65B2-CF98-876F586C9D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EAED86-FF78-E8D7-7E1E-C93D29D779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7EDCA0-0EB6-2E05-179C-52BBBC1580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43A62CA-EF80-F6FE-4208-19EAEE28DF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94C1F4-0253-E62F-260E-C553A856216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02F7CF6-AC83-69B5-A37B-069FB899AF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DC34CB-9D0C-46D2-AF83-D9E99F6E08AA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4C421E2-E762-7090-39EA-AC5F84363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5D90EC-B05B-4F18-9166-83FD838AC2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417EEE-D195-4768-ADC3-D10258B34F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553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0A0C43-FDB8-4D27-1402-DC28B3EF2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6CD679-AAAB-2480-BDB9-1A94735A4A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DC34CB-9D0C-46D2-AF83-D9E99F6E08AA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A5FC15C-D082-B200-0896-BD34F10C7C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978CDE-1141-A1E0-8542-D60AE5DBA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417EEE-D195-4768-ADC3-D10258B34F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43348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83D7248-D55B-D0C0-E91A-AADA6D4A27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DC34CB-9D0C-46D2-AF83-D9E99F6E08AA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87CDEDE-FA27-6624-C85C-101066A1B2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865284-99A5-9C7F-C1F2-6AEFAF8C04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417EEE-D195-4768-ADC3-D10258B34F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4215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7F78B3-51FB-E2C0-12C9-5415E4EB0A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560998-0C14-AE12-9572-437CEA8564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144F50-EAC9-4DA6-38B9-C3160531B41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0A125A-30E4-5AE3-507C-41583C1701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DC34CB-9D0C-46D2-AF83-D9E99F6E08AA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596C91-20D9-4387-E550-B6D53C7DC7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50CB05-03AD-65F3-7789-F49A0A1942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417EEE-D195-4768-ADC3-D10258B34F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2920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38D3AA-139A-EDB5-A2C6-3C34A59CED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6519295-6FB5-EB01-E341-8B978A1D28B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4DBF1C-5273-D9C1-CE29-157B961B92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CA18AB-ACB9-B966-93DC-E43A390684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DC34CB-9D0C-46D2-AF83-D9E99F6E08AA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825CAE-8664-091F-9E07-5ED468D6AE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8CA7A8-B062-D114-9D3A-0C311EA0AC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417EEE-D195-4768-ADC3-D10258B34F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6476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6F7801-93A4-9CE9-8AD9-66E1894DD8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C1A588-52B4-31C0-B55A-76A2E8A691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6E43AC-DE41-99D4-59CA-9CC7343F7F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DC34CB-9D0C-46D2-AF83-D9E99F6E08AA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2D85F-89DD-519D-D3EB-921ADB975E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4D729A-13FB-AC39-0859-C33F995B5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417EEE-D195-4768-ADC3-D10258B34F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42785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1CFEF52-0623-553F-0CF5-8F52DB8F191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07F1D8-274D-1985-778B-ADE64AE580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9B3D65-CE55-773A-123D-335A984680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DC34CB-9D0C-46D2-AF83-D9E99F6E08AA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2AD37B-5926-BB1E-D301-A5D96E42FC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F4A8BF-B59A-D1D1-C925-03C13BDD2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417EEE-D195-4768-ADC3-D10258B34F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37627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2DC1AB9-C607-56B4-75CF-0659531FC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7F611B-6D07-E18C-AE83-194A0563CC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8D2571-978A-1C45-6FCF-8DE1A86148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DC34CB-9D0C-46D2-AF83-D9E99F6E08AA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EDCFA3-95A7-E680-6269-D482703F13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204ECA-15C0-A8C5-071C-261FF337E6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417EEE-D195-4768-ADC3-D10258B34F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1186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66A849-2DDC-E3D7-73B4-BE8944B1CCF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000" b="1"/>
              <a:t>FreeP Render Compare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E81D83-7CB8-24F0-AA16-08F63761F1E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/>
              <a:t>Wave 1E interop-compare corpus</a:t>
            </a:r>
          </a:p>
        </p:txBody>
      </p:sp>
    </p:spTree>
    <p:extLst>
      <p:ext uri="{BB962C8B-B14F-4D97-AF65-F5344CB8AC3E}">
        <p14:creationId xmlns:p14="http://schemas.microsoft.com/office/powerpoint/2010/main" val="33047080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</Words>
  <Application>Microsoft Office PowerPoint</Application>
  <PresentationFormat>Widescreen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FreeP Render Compare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Krasimira Genova</dc:creator>
  <cp:lastModifiedBy>Krasimira Genova</cp:lastModifiedBy>
  <cp:revision>1</cp:revision>
  <dcterms:created xsi:type="dcterms:W3CDTF">2026-06-25T14:20:17Z</dcterms:created>
  <dcterms:modified xsi:type="dcterms:W3CDTF">2026-06-25T14:20:18Z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463cba9-5f6c-478d-9329-7b2295e4e8ed_Enabled">
    <vt:lpwstr>true</vt:lpwstr>
  </property>
  <property fmtid="{D5CDD505-2E9C-101B-9397-08002B2CF9AE}" pid="3" name="MSIP_Label_e463cba9-5f6c-478d-9329-7b2295e4e8ed_SetDate">
    <vt:lpwstr>2026-06-25T14:20:17Z</vt:lpwstr>
  </property>
  <property fmtid="{D5CDD505-2E9C-101B-9397-08002B2CF9AE}" pid="4" name="MSIP_Label_e463cba9-5f6c-478d-9329-7b2295e4e8ed_Method">
    <vt:lpwstr>Standard</vt:lpwstr>
  </property>
  <property fmtid="{D5CDD505-2E9C-101B-9397-08002B2CF9AE}" pid="5" name="MSIP_Label_e463cba9-5f6c-478d-9329-7b2295e4e8ed_Name">
    <vt:lpwstr>All Employees_2</vt:lpwstr>
  </property>
  <property fmtid="{D5CDD505-2E9C-101B-9397-08002B2CF9AE}" pid="6" name="MSIP_Label_e463cba9-5f6c-478d-9329-7b2295e4e8ed_SiteId">
    <vt:lpwstr>33440fc6-b7c7-412c-bb73-0e70b0198d5a</vt:lpwstr>
  </property>
  <property fmtid="{D5CDD505-2E9C-101B-9397-08002B2CF9AE}" pid="7" name="MSIP_Label_e463cba9-5f6c-478d-9329-7b2295e4e8ed_ActionId">
    <vt:lpwstr>ee8de9d7-e1f6-4f3c-841b-adf370b210e5</vt:lpwstr>
  </property>
  <property fmtid="{D5CDD505-2E9C-101B-9397-08002B2CF9AE}" pid="8" name="MSIP_Label_e463cba9-5f6c-478d-9329-7b2295e4e8ed_ContentBits">
    <vt:lpwstr>0</vt:lpwstr>
  </property>
  <property fmtid="{D5CDD505-2E9C-101B-9397-08002B2CF9AE}" pid="9" name="MSIP_Label_e463cba9-5f6c-478d-9329-7b2295e4e8ed_Tag">
    <vt:lpwstr>10, 3, 0, 1</vt:lpwstr>
  </property>
</Properties>
</file>