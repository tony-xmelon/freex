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33B52-1F93-3E3B-73B0-BA7D2C9A20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45CC97-914E-84C6-9E02-08D336E72A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6EBDB3-2FF4-9157-AA40-85617883D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D42F4-7471-47FA-A915-491041C9206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C2FAA1-E138-3566-5708-18F7543F8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4084D-B885-5468-1AC2-C04CE2325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EB5019-9AEC-4FB4-9C3E-3AEB29848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050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B5C06-EAF3-46AE-D9B5-849F5CA0D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57BE7-454D-D601-6F70-D4D926D16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F71B22-1BE0-8571-4CF3-5C4D308EC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D42F4-7471-47FA-A915-491041C9206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B8A27-BCC0-CE5B-820B-B143763DA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E01FF1-7B19-9CF4-A95B-2E2B6D86C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EB5019-9AEC-4FB4-9C3E-3AEB29848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929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C117-978B-BF6F-87C4-C1A77C825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8D213B-105C-17A9-D8FF-73587B9666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6F17F0-4E1B-AC8F-792A-F9459AC7A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D42F4-7471-47FA-A915-491041C9206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2DA2A-9EF1-63C8-F4BF-AC64BB9A6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E08F98-4CED-7917-5B26-A9AF53DEE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EB5019-9AEC-4FB4-9C3E-3AEB29848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786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475D6-DB58-EF84-BDEE-18331A12E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6807F-3505-8ED9-D77D-EDEC04DF01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B0D688-CE80-F68A-A3F6-E729ABA090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E4965E-6E68-B68E-E906-00C97F0B8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D42F4-7471-47FA-A915-491041C9206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CB5D53-9FDE-CB71-F70D-77028F1F2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217D4-3460-2456-847A-A4FD9ED7C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EB5019-9AEC-4FB4-9C3E-3AEB29848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508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95BAA-7749-5E24-CD0A-1E02833CC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A04120-ADC6-A7BC-619E-99A8FE3C41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B0509E-3178-11C8-7520-1B274CAA04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92EDD3-C145-8899-776A-46658B2F67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B9932E-C14E-CCEC-FF7A-895F579F73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1E6229-D75B-5B7A-6A8A-D0C9F9272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D42F4-7471-47FA-A915-491041C9206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555595-4D56-C8AC-932E-A07C004B6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E350C1-029E-04CA-6AC6-C7612CB8A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EB5019-9AEC-4FB4-9C3E-3AEB29848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187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956DB-45FD-2AAB-2FCF-5373E5B66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2D24CD-B0A9-298B-BCF9-C412EBB16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D42F4-7471-47FA-A915-491041C9206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889F5-B5AA-9E66-4BD1-6640DBD11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D71945-518A-9553-9DC3-126A22EB4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EB5019-9AEC-4FB4-9C3E-3AEB29848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206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233C7F-535E-9169-64D5-40079E2EE5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D42F4-7471-47FA-A915-491041C9206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5EE309-0A59-D753-4527-1436A73E1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6986F-5305-7673-8C40-A20222A83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EB5019-9AEC-4FB4-9C3E-3AEB29848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895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271E1-7B92-0660-040E-0093166B9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A935A-F7F3-8224-F7A7-1F07725D0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D942FF-F3F6-AD6D-8F4C-D8717C2324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CD2637-A18D-D506-55D8-13EBB231C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D42F4-7471-47FA-A915-491041C9206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1ABFDA-6D84-6C9D-5CB3-1C72D6281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12DED0-0EB4-F118-3368-CBFBB3BBE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EB5019-9AEC-4FB4-9C3E-3AEB29848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2624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A267A-80EE-AC99-C537-3058C46E7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5F042E9-050E-BF55-7481-09B48542ED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7C5AAC-C7B8-CFC8-2F11-470A1413A0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F78DBB-8A7F-1223-41EB-F0C66149E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D42F4-7471-47FA-A915-491041C9206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6F1A53-A642-4C2E-1196-65A3BA6F9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5F1B0-53CB-DCD2-F302-2D96F1F45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EB5019-9AEC-4FB4-9C3E-3AEB29848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9155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2E4E2-48B1-CE92-4D29-5E9D19C3A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CA89E0-BFFF-E002-9E6E-1C499B3AD5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D99659-BEEA-F576-044B-F6B66BE134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D42F4-7471-47FA-A915-491041C9206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CF602-6C37-2EC2-AEF6-64768ADFE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34A20C-6B61-580A-283B-8E67B4273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EB5019-9AEC-4FB4-9C3E-3AEB29848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200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1B4CB9-E31A-E712-C63D-3C6E8643A6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1E7196-3CD8-74C9-CC08-A75C87BDCB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546BE-AEA8-CB60-CA89-4350CAD04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D42F4-7471-47FA-A915-491041C9206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823CB0-396B-23D8-0D8B-C5D11E0E3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178120-D576-D10E-1340-739565FC4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EB5019-9AEC-4FB4-9C3E-3AEB29848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502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5A2EF4-71D0-A134-8C55-CB6CC6EB1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0B431D-ED39-35A4-6EB2-2D9ADE6960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178FCE-B6F3-9EB4-EDE1-2D76634547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8D42F4-7471-47FA-A915-491041C9206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EFB256-E1B9-BC5E-391A-2EB21418C7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8C1F6D-485B-8942-0717-880C2D22AD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EB5019-9AEC-4FB4-9C3E-3AEB29848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411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F0E3C-3584-0E81-7AB7-7D1B3E4772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000" b="1"/>
              <a:t>FreeP Render Compare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293398-C131-40F6-12D3-973E3BB38D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/>
              <a:t>Wave 1E interop-compare corpus</a:t>
            </a:r>
          </a:p>
        </p:txBody>
      </p:sp>
    </p:spTree>
    <p:extLst>
      <p:ext uri="{BB962C8B-B14F-4D97-AF65-F5344CB8AC3E}">
        <p14:creationId xmlns:p14="http://schemas.microsoft.com/office/powerpoint/2010/main" val="26905382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FreeP Render Compare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Krasimira Genova</dc:creator>
  <cp:lastModifiedBy>Krasimira Genova</cp:lastModifiedBy>
  <cp:revision>1</cp:revision>
  <dcterms:created xsi:type="dcterms:W3CDTF">2026-06-25T23:15:54Z</dcterms:created>
  <dcterms:modified xsi:type="dcterms:W3CDTF">2026-06-25T23:15:54Z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2026-06-25T23:15:54Z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5145213f-709a-456b-becb-d98856dbacad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