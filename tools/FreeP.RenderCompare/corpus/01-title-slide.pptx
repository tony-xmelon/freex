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7694-1CC0-C003-1E4E-ED236B226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1AB08-3AF3-DB6F-3AB2-D4F433E0E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BAFDF-B2E3-3CF0-9073-83E8F3C7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DF908-A66F-A521-848E-277A3095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1CAF9-3D40-1EBA-7757-EF932A1E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01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8912-8F08-3E17-A93E-28B05AA4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2C149-FA94-1191-3E0E-55FEC83AC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F6980-1779-C3FE-072C-1C46C6A4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FD724-F416-4D53-1C15-F86C2F23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177F-BBAE-6EB6-7D2A-CF15B4B4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24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C4B2-0E9D-C37E-9613-4410E7E89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50BE7-A2CB-B91A-19CA-DF6544492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5FB9-E9C4-7FE3-0326-B2ADB4F4B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9391B-5745-827B-C43E-318A47F45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A631-998D-A42C-278E-77FCED0C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5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2A5E4-6040-F308-E144-AAC371C7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F4DC4-AF56-D51D-9E3C-51A430D27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641FC-F55C-A6F8-2361-3F9BB3DB3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F0BC3-627F-6D17-E3E6-A4BFF4A6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8825E-F9B3-A42A-2DA9-FFC8B617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1A3DF-2B66-3BCA-29ED-9DEBDEA2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7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F8B4-1D32-AC6E-3397-D286F2F0E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D9DA0-6DEA-5D17-11C9-EA313D745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95310-AB54-078E-F812-F0EC2BD18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7410B-9D66-4C95-1308-C42716ADA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7C342-FEA2-D1EB-F4F1-560E837DA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0B6A9-002C-58CF-31CB-55E128FB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BCD60-1D39-25E2-4AA5-DABF0181D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6E4CDA-87CB-2241-156D-837DDEC3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7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0B61-CB3C-6244-0AC1-D3C487FF7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277E42-D392-302A-79B5-7356811E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4BD52-9A10-ED6E-5B9E-E685A5A32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0EA3B-05E3-DBC8-D474-2F7B9BD0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4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F694DE-2D8D-D879-2FCE-A15C7FF7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3E405-237F-00CC-B6A5-0D6E7882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D8E23-7625-7261-20CA-2099A78F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4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BAAB-C740-9C29-7CE3-EF06C42D0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5C402-3A33-4293-7D6D-3749DB063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90B98-DC24-67EE-35D0-76AE7D744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7EC92-6E1F-8708-8319-8CE3B0CD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40BEA-576B-BE80-80DC-23D162048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0216D-BDA6-AAD1-E0B0-7DF7D9AD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7FD9-558D-0100-3CA7-37AC5C8A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FB07D-4FD4-E333-077E-9D37D0383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FB45B-52B2-A024-9B25-000683959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479AE-0597-FE7B-3923-794E25ADE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29B26-BB99-811A-1A93-BBEF8556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E0F56-4C4D-3035-66D5-3F9BD24F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79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59070-E62F-13A5-CB52-48A0E4F06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20098-9A49-ED49-1D4A-AE25B8B63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ACE03-2470-075A-D716-B1B9D2CF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CD791-B351-8C20-045A-C5BDE984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7EEF0-F54E-1794-48FF-62CDC86B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5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3D7E4-D985-4663-BB9C-48DBAEBA0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3F1D6-9C33-5752-DD11-F149E7863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7B7FB-BEEC-4FA2-EE47-7EF94864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78AD5-945C-4C95-9853-9160C73A2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761FC-2E80-0140-25D3-7B7BC5A0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1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2A4D20-F8E9-563C-DB08-82C1046C5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0BF9F-7B44-583D-DB0B-32DBE704E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DE2CA-3044-B62E-F9F2-86957E200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09FBC-30DC-48BE-8530-D6CD85F75D4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CD0F0-F9E0-C275-82CB-8A929460C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B6D36-88D8-58B4-D373-5A788855D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9D669-6F5B-41F0-8144-615667215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7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DEC1-1998-57B6-4C9F-838CFC8DE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FreeP Render Compare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0F20D-F6F2-5998-5BEC-22D6C1D214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Wave 1E interop-compare corpus</a:t>
            </a:r>
          </a:p>
        </p:txBody>
      </p:sp>
    </p:spTree>
    <p:extLst>
      <p:ext uri="{BB962C8B-B14F-4D97-AF65-F5344CB8AC3E}">
        <p14:creationId xmlns:p14="http://schemas.microsoft.com/office/powerpoint/2010/main" val="1484415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FreeP Render Compare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2026-06-25T17:06:30Z</dcterms:created>
  <dcterms:modified xsi:type="dcterms:W3CDTF">2026-06-25T17:06:31Z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2026-06-25T17:06:30Z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2542592e-c835-47ee-af71-1f090447d6a2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