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3E054-20E5-1FD0-023D-F516D1D50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E74E81-5896-A9CF-67B8-4FB4CD410B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64057-3BFE-04B4-31A4-095A00B0A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B001BE-7AC7-7548-0D8B-C1D53C110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D6832-A927-A46D-D659-159815148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00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8B89E-44FA-ACB2-4AAE-D78C9BAC2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3089-C47E-3193-DDF3-077DC071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F1A0D-D03F-AA08-E1B3-DD2B5A46C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E3F19-6E46-75CB-4A39-98C28071B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31A7E-5032-B05F-992B-CDCB7AD5A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22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72B08-50C9-BEF3-BC51-FF5559298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8477D-28B6-0873-2BCA-99C9A513D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8A83E0-1AFD-492F-A232-B0B26D9EA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DA7C5-7956-24C7-69C8-8B235778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4822B-64A2-9A77-18DF-B58AF70AD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808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EB70-6D70-DEED-774F-90ACD3BA5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B4F8B-6E4B-5C30-2B02-78CFE22F76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5199F1-CCB7-B7EB-D359-1D0884E26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4A785-61D7-E411-299C-F7AA396AC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8BE93C-C807-9F1A-7543-19C4C5AC4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CB317-953C-9433-5907-AB020C5D5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742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00631-4D2F-0E0F-8FF5-C767C27F7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63394-3656-97EA-2291-9D9D2097F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45AC6-4996-D414-7200-BFBC31B92A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DD84E-B8B1-76CA-7A32-C879E43CFE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3537BC-49F8-BBA0-CF03-F2D5D351C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06C387-4813-B96C-8820-40B43AC96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0D9F9D-780C-0ECC-5854-C4C84B89C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71AFA-B09B-2B31-0879-8A9BFCCAD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59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4D5CE-FF2A-7A21-A656-85BC1263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A2004D-8FF0-956B-2B4B-433142544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1E3BC5-A545-F6AB-DBD1-88CBA7CE0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9EE52-386A-482D-B67B-9929FFFC0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447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1A1801-5D0A-D4D0-699A-612FC3D15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71ABB-0141-C70C-6290-B915DE637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34070-1C6A-39EB-43AC-32A2B662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E1F86-996A-03D6-2319-8048529C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8F8BC-D1AE-E5AF-ECD3-82FC5A3821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BCA913-1570-C36C-BEDB-476957FF92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6AABAF-0184-CFB4-DECE-3215776C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FD938-267C-CFC3-5B03-50894327D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2878E9-D82A-76FB-9442-06B6E7FA6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911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D4AB-9171-55A2-2069-39B435842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09455E-075C-FC7B-41B7-554F9D1B16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9D414F-4DEE-E6AF-E9B5-363478B1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F1F9EB-929A-9506-92E0-057C52F4C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CB43F-64ED-CB3F-DDCF-E7AEDB0D8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CC8F6-354B-EE79-0940-E9413294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8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E5D14-44D0-3F87-A211-01F4D9AB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664619-CFC4-FA8C-3D5F-C4AB3371B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86CE3-E6AD-B07D-2AAF-F2DA5267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FDB85-91B0-D5CC-CD39-E57AF9DBE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E041D-8B93-0CFC-5318-B4F7FA74E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246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11EF34-3BF3-B4C3-5296-4F7277E530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DD9CE6-5AA7-4CA5-3CB9-74BCE501D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844C0-C736-17A1-A0A8-A5E35754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4B508-BDBF-4507-1203-BE407869A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D0AAF-E591-5FFE-7B29-DDB6407AA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34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4D229E-5EB3-0DEA-3243-311F8EDF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C1C9F-869D-8429-36FC-F8B9AEB68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9DD78-97EC-4E05-D257-AB1EA4A615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65F65-8E5A-4520-9F6B-2B300F18C5F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79987-2ED3-49ED-00FD-8E002EC078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D6B31-2408-83AA-CB71-37D2CD640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D8B9E9-2D87-4FA9-AB16-BA1525BB4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08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8551A-E032-2482-0AB4-5D319D60A3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/>
              <a:t>FreeP Render Compare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18E707-D39F-D108-DDC9-D6FF4E9874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Wave 1E interop-compare corpus</a:t>
            </a:r>
          </a:p>
        </p:txBody>
      </p:sp>
    </p:spTree>
    <p:extLst>
      <p:ext uri="{BB962C8B-B14F-4D97-AF65-F5344CB8AC3E}">
        <p14:creationId xmlns:p14="http://schemas.microsoft.com/office/powerpoint/2010/main" val="175142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FreeP Render Compare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2026-06-25T09:04:21Z</dcterms:created>
  <dcterms:modified xsi:type="dcterms:W3CDTF">2026-06-25T09:04:21Z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2026-06-25T09:04:21Z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8058f6de-c4fd-4997-9df3-447fcd8fadf2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