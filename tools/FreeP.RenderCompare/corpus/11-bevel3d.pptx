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00E8-CD22-3022-A263-D9390AD4F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C184D-3B96-39EB-CF60-3D78B8575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68CE8-FED4-FC04-987C-7B81C8F9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B5108-ADA6-723D-472D-F8BE1F0C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BF544-3480-4007-428A-CEA2DDA2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7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30C3-6A81-F0A3-4EFA-CDB13B10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C614-265A-4F99-DC31-C43D54B8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20B2-076C-3075-67D6-1F03235B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F3179-AF0A-627B-A189-9C0A5731F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2EFFF-ED9C-4E7D-17D2-CD9B36EA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2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EE93-BFA5-539D-17B5-4312440E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2EE6-D310-79F7-976A-7D473DEEA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378D-588D-E70A-821B-DDA78519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58A-B273-F932-53EC-8D71AB63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3BE30-6EA4-647D-B3BF-28A7D00C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6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EDDC-840F-7E57-26B8-DAF729B0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5F2-1131-FF0B-5284-8928B4CA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D10D0-33C9-2371-4A99-CB3305756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DF0EA-9818-F565-7C2F-0A4F2307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F06F-0409-32B0-137A-5CEEDFC1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64DB7-F3CA-F972-75C1-0E50CE63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5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A03C-5999-37CC-D6D6-8BDC4A70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0C79A-B1F3-0BA4-39E4-0A4C2DA2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45FE-14E5-C3D4-B1B8-DA8C433F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566B5-B335-473E-B600-D24A7BCB6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8D725-E3DE-089A-C1A1-1BB20BB10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552EE-653B-1CD9-40E5-6DD786001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73640D-8949-0451-3E74-2F4CA3E0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DD4D6-A82E-D4E3-1251-06D08CC9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1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0732-A8A7-E177-76E2-436C94EB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65C92-7C80-8052-97F8-6DCE76D9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C0BC5-52DF-4977-EF91-C16AE1CF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FEB9F-762A-78BA-BF55-54EB8A25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3126E-A5B5-1728-AE49-3FF16A6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01571-F7DE-3A1C-9F89-DB2F4104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02EB-87FF-9B4A-FC49-EC9E20E0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2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6FD2-3857-0B77-D732-F614047D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67CE-7A57-A99D-62E6-96800731A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1D8E6-31BC-D0E0-4855-3D61493DC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212BB-669F-6A66-8F75-6B30EA5C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4D51A-03EE-A111-7AE7-DB627074E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9C706-E4E7-6F5F-BEC7-F6FDE7B9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1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0804-33AC-1D80-352C-A1F87F0C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A9C80-DC70-8441-7D44-675C5DA30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78B05-8650-3F33-9D73-6488F156B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18DC9-1052-3518-17C7-2DA1C52B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CEF70-58F0-319C-BA28-726E0897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26EE5-638D-0B5D-190F-CF092053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5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9759-467C-087E-78E5-2429243B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F82AB-E422-9F4F-C405-19E39DEC8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2A772-64C4-0068-F37D-EF9F293D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92BE4-3266-4534-2E1E-8EFA683A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7CFB7-98B6-DD4A-5E5C-FCC186B4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3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45BB7-CEC7-FECF-BBF9-6C19CDC94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0A19-0308-C88D-B620-AEE44F8E9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A24A2-61CC-D058-8D6F-69C1F3B9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A1C0A-58EF-FC65-B0C4-10327284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D34C-27E3-11FC-9357-E1304296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4C766-FC6B-B400-896A-C5875F312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F0A91-7522-F745-E8D6-36CE7D56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949F9-9080-14BD-C247-0E7000E9E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B128D-7F6E-4FF0-ABA0-09B4B3C8503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4163-29B5-8D8F-4F4B-FA96D3841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09A2-3D20-4FE6-C3ED-E2F511AFA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B2373-214F-4DCD-BB15-8BDBBFC64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6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53C92-16A0-211A-2A5C-963C2913CEA6}"/>
              </a:ext>
            </a:extLst>
          </p:cNvPr>
          <p:cNvSpPr txBox="1"/>
          <p:nvPr/>
        </p:nvSpPr>
        <p:spPr>
          <a:xfrm>
            <a:off x="254000" y="1016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/>
              <a:t>Bevel / 3-D Shape Effects</a:t>
            </a:r>
          </a:p>
        </p:txBody>
      </p:sp>
      <p:sp>
        <p:nvSpPr>
          <p:cNvPr id="3" name="BevelCircle">
            <a:extLst>
              <a:ext uri="{FF2B5EF4-FFF2-40B4-BE49-F238E27FC236}">
                <a16:creationId xmlns:a16="http://schemas.microsoft.com/office/drawing/2014/main" id="{8B2333B5-EC1B-9CE8-0E7D-C480C19D7BF6}"/>
              </a:ext>
            </a:extLst>
          </p:cNvPr>
          <p:cNvSpPr/>
          <p:nvPr/>
        </p:nvSpPr>
        <p:spPr>
          <a:xfrm>
            <a:off x="762000" y="762000"/>
            <a:ext cx="2540000" cy="1778000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>
            <a:bevelT w="1016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Circle Bevel</a:t>
            </a:r>
          </a:p>
        </p:txBody>
      </p:sp>
      <p:sp>
        <p:nvSpPr>
          <p:cNvPr id="4" name="BevelRelaxed">
            <a:extLst>
              <a:ext uri="{FF2B5EF4-FFF2-40B4-BE49-F238E27FC236}">
                <a16:creationId xmlns:a16="http://schemas.microsoft.com/office/drawing/2014/main" id="{380153C4-824A-EC40-194E-B9002ACEC140}"/>
              </a:ext>
            </a:extLst>
          </p:cNvPr>
          <p:cNvSpPr/>
          <p:nvPr/>
        </p:nvSpPr>
        <p:spPr>
          <a:xfrm>
            <a:off x="3937000" y="762000"/>
            <a:ext cx="2540000" cy="1778000"/>
          </a:xfrm>
          <a:prstGeom prst="round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 extrusionH="254000">
            <a:bevelT w="127000" h="1270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Relaxed Inset</a:t>
            </a:r>
          </a:p>
        </p:txBody>
      </p:sp>
      <p:sp>
        <p:nvSpPr>
          <p:cNvPr id="5" name="BevelAngle">
            <a:extLst>
              <a:ext uri="{FF2B5EF4-FFF2-40B4-BE49-F238E27FC236}">
                <a16:creationId xmlns:a16="http://schemas.microsoft.com/office/drawing/2014/main" id="{9DF10B18-0294-8762-3A60-531AB5B3A2CA}"/>
              </a:ext>
            </a:extLst>
          </p:cNvPr>
          <p:cNvSpPr/>
          <p:nvPr/>
        </p:nvSpPr>
        <p:spPr>
          <a:xfrm>
            <a:off x="7112000" y="762000"/>
            <a:ext cx="2540000" cy="1778000"/>
          </a:xfrm>
          <a:prstGeom prst="ellipse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 extrusionH="508000">
            <a:bevelT w="152400" h="101600" prst="cross"/>
            <a:extrusionClr>
              <a:srgbClr val="A03070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Angle + Extrusion</a:t>
            </a:r>
          </a:p>
        </p:txBody>
      </p:sp>
      <p:sp>
        <p:nvSpPr>
          <p:cNvPr id="6" name="BevelCross">
            <a:extLst>
              <a:ext uri="{FF2B5EF4-FFF2-40B4-BE49-F238E27FC236}">
                <a16:creationId xmlns:a16="http://schemas.microsoft.com/office/drawing/2014/main" id="{46C67707-E7CA-01D6-AF72-FF3EF095B410}"/>
              </a:ext>
            </a:extLst>
          </p:cNvPr>
          <p:cNvSpPr/>
          <p:nvPr/>
        </p:nvSpPr>
        <p:spPr>
          <a:xfrm>
            <a:off x="762000" y="3048000"/>
            <a:ext cx="2540000" cy="1778000"/>
          </a:xfrm>
          <a:prstGeom prst="rect">
            <a:avLst/>
          </a:prstGeom>
          <a:solidFill>
            <a:schemeClr val="accent4"/>
          </a:solidFill>
          <a:scene3d>
            <a:camera prst="isometricTopUp"/>
            <a:lightRig rig="threePt" dir="t"/>
          </a:scene3d>
          <a:sp3d>
            <a:bevelT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Cross + Scene3D</a:t>
            </a:r>
          </a:p>
        </p:txBody>
      </p:sp>
      <p:sp>
        <p:nvSpPr>
          <p:cNvPr id="7" name="ContourOnly">
            <a:extLst>
              <a:ext uri="{FF2B5EF4-FFF2-40B4-BE49-F238E27FC236}">
                <a16:creationId xmlns:a16="http://schemas.microsoft.com/office/drawing/2014/main" id="{BA86D163-FF2F-3552-F555-FAC72324EDD7}"/>
              </a:ext>
            </a:extLst>
          </p:cNvPr>
          <p:cNvSpPr/>
          <p:nvPr/>
        </p:nvSpPr>
        <p:spPr>
          <a:xfrm>
            <a:off x="3937000" y="3048000"/>
            <a:ext cx="2540000" cy="1778000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 extrusionH="762000" contourW="50800">
            <a:contourClr>
              <a:srgbClr val="115AC5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Contour + Depth</a:t>
            </a:r>
          </a:p>
        </p:txBody>
      </p:sp>
    </p:spTree>
    <p:extLst>
      <p:ext uri="{BB962C8B-B14F-4D97-AF65-F5344CB8AC3E}">
        <p14:creationId xmlns:p14="http://schemas.microsoft.com/office/powerpoint/2010/main" val="178946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2026-06-26T00:00:14Z</dcterms:created>
  <dcterms:modified xsi:type="dcterms:W3CDTF">2026-06-26T00:00:14Z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2026-06-26T00:00:14Z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6108e2e0-474e-48a8-95f5-2e8435bfe198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