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B3403-274D-E9C7-076A-42937A111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50DC28-B2C1-2512-315E-2B0046C7D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6D9D4-682D-EC97-7C38-F195AD59F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2FEC-1620-427C-8DE5-C470062BED3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42D5D-4F67-E229-1DC7-6ED3757F0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729FA-1E01-EA46-A7F5-B7E1801E3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4687A-586F-4373-9B75-44E1B303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151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77FF8-032D-2A75-E170-110FC49ED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1D1D6-4976-217E-B880-6F155F336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80DD4-7691-D0EA-5EB5-0FC748317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2FEC-1620-427C-8DE5-C470062BED3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E25E7-FAB1-5ABE-ABD9-F5BFEC613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6451-6BC8-2259-F7B1-7336CD48F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4687A-586F-4373-9B75-44E1B303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79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6BCCC-D035-3021-175A-1A11A000D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B5D38-B1C7-E418-1CF6-A69BC9E9A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E49F1-6CC8-9004-DC92-212D71863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2FEC-1620-427C-8DE5-C470062BED3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E95BB-E282-0EA5-D6E4-1CC0B2AF3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B2DD5-6FF1-3B9B-D078-B791EFC96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4687A-586F-4373-9B75-44E1B303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652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C3362-4E7F-AC5E-FEF7-6901768CD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CA5E9-913A-383F-5467-9E654184B3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CCB14-DEBB-209B-BE34-CC3BD0FC4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A1A0D-E6C0-44BD-2C44-0129EF254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2FEC-1620-427C-8DE5-C470062BED3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30459-1717-B8E3-F3E7-BE04E8AFD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9AA67-D873-D21D-B56D-78B081220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4687A-586F-4373-9B75-44E1B303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347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839EB-3EAC-758C-189C-8528C58DC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BC6E8-0A80-AA71-CC8F-92D1478ECF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00A32E-45D2-6A37-02AC-4786F9E43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DA6614-FD86-526E-3753-CED67EAEBE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7F236D-159C-71B0-A284-79D72105E6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F024BE-F2FE-6F94-68F7-D9A724CF9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2FEC-1620-427C-8DE5-C470062BED3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4A05B9-8437-3031-CA2A-6790FB775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E1AC87-B782-3148-2208-D1803BC00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4687A-586F-4373-9B75-44E1B303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20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25EEA-814A-6B51-5C1C-18F82F02B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A7C319-E16A-0A94-AF07-1FAE20D69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2FEC-1620-427C-8DE5-C470062BED3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37D5DF-8C00-E4C0-6745-4F4780580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B57936-67BA-F4C1-AC6B-FE39D4BF4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4687A-586F-4373-9B75-44E1B303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21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DBAAEB-E18A-8B64-3550-E59379161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2FEC-1620-427C-8DE5-C470062BED3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42B057-9A20-0CC4-8AE7-DB9F85E36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84156-2013-A8C7-9C5E-BA93C174B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4687A-586F-4373-9B75-44E1B303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665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AC8B2-1510-B518-52A6-C73EC423E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F3172-85D5-930E-BD92-2E56A61C0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32D63-39EA-2047-5670-BFE64A72EA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91B6D-B180-084D-CBE6-26CCA85DF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2FEC-1620-427C-8DE5-C470062BED3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F1F31-F4D0-EAA0-A7A9-9CB240D56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04401-60D2-749B-0134-9FD41985F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4687A-586F-4373-9B75-44E1B303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86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4428F-1077-1C13-51D9-AB8FB9E1C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1E5119-DA65-CE51-6674-D4E6F2F206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719162-16E6-90E3-16D6-90010D55F9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788F9-7F9C-6742-BEFB-9831E0E05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2FEC-1620-427C-8DE5-C470062BED3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4039E-56D7-6699-9185-00F640779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A7651-3EF0-5AB5-BBCA-D62D16350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4687A-586F-4373-9B75-44E1B303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92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C0A40-46BA-5EEA-6462-0FED90623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CECD4-6C3D-94CE-F728-CD32AA3F5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66E68-384E-074C-0FD3-3D85C74D3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2FEC-1620-427C-8DE5-C470062BED3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38928-C4D5-3F7E-BB22-3A56BC7F1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5463A-8B74-6AE7-7008-1F96CBD19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4687A-586F-4373-9B75-44E1B303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11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56D7F2-BAE6-A64A-6743-9E412567E2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4BBCA-4CCA-C4FE-10E7-C54B9BA74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AD78D-AD55-D77C-2C59-3A8E0D16F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582FEC-1620-427C-8DE5-C470062BED3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4016E-1F6C-134D-AA39-B51CEAB73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A0EE5-2223-1D70-E81A-4FCE377B5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D4687A-586F-4373-9B75-44E1B303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56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CCC850-F4F2-CFA2-7A88-BD7D84F38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B77B1-A9F6-F147-5275-CD3D9F05A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960D5-B181-48E9-5174-2E30234CD0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582FEC-1620-427C-8DE5-C470062BED3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55513-32E3-B617-046A-92E5E3D9A7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F5D45-7515-C8A7-CDC7-92655F35B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D4687A-586F-4373-9B75-44E1B3037E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47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!-- Shape 1: Textbox with 2 columns -->
      <p:sp>
        <p:nvSpPr>
          <p:cNvPr id="2" name="TextColumns"/>
          <p:cNvSpPr txBox="1">
            <a:spLocks noGrp="1"/>
          </p:cNvSpPr>
          <p:nvPr/>
        </p:nvSpPr>
        <p:spPr>
          <a:xfrm>
            <a:off x="457200" y="457200"/>
            <a:ext cx="3429000" cy="2400000"/>
          </a:xfrm>
          <a:prstGeom prst="rect">
            <a:avLst/>
          </a:prstGeom>
          <a:noFill/>
          <a:ln>
            <a:solidFill>
              <a:srgbClr val="AAAAAA"/>
            </a:solidFill>
          </a:ln>
        </p:spPr>
        <p:txBody>
          <a:bodyPr numCol="2" spcCol="457200" wrap="square" lIns="91440" rIns="91440" tIns="45720" bIns="45720"/>
          <a:lstStyle/>
          <a:p>
            <a:r>
              <a:rPr lang="en-US" sz="1400" dirty="0"/>
              <a:t>Column 1 paragraph 1. This text goes in the first column.</a:t>
            </a:r>
          </a:p>
          <a:p>
            <a:r>
              <a:rPr lang="en-US" sz="1400" dirty="0"/>
              <a:t>Column 1 paragraph 2. More content here.</a:t>
            </a:r>
          </a:p>
          <a:p>
            <a:r>
              <a:rPr lang="en-US" sz="1400" dirty="0"/>
              <a:t>Column 2 paragraph 3. Flowing into the second column.</a:t>
            </a:r>
          </a:p>
          <a:p>
            <a:r>
              <a:rPr lang="en-US" sz="1400" dirty="0"/>
              <a:t>Column 2 paragraph 4. End of multicolumn text.</a:t>
            </a:r>
          </a:p>
        </p:txBody>
      </p:sp>
      <!-- Shape 2: Rectangle with gradient outline (red->green->blue, 90 deg) -->
      <p:sp>
        <p:nvSpPr>
          <p:cNvPr id="3" name="GradOutline"/>
          <p:cNvSpPr>
            <a:spLocks noGrp="1"/>
          </p:cNvSpPr>
          <p:nvPr/>
        </p:nvSpPr>
        <p:spPr>
          <a:xfrm>
            <a:off x="4572000" y="457200"/>
            <a:ext cx="3000000" cy="2400000"/>
          </a:xfrm>
          <a:prstGeom prst="roundRect">
            <a:avLst/>
          </a:prstGeom>
          <a:solidFill>
            <a:srgbClr val="E8F4FD"/>
          </a:solidFill>
          <a:ln w="76200">
            <a:gradFill>
              <a:gsLst>
                <a:gs pos="0">
                  <a:srgbClr val="FF0000"/>
                </a:gs>
                <a:gs pos="50000">
                  <a:srgbClr val="00CC00"/>
                </a:gs>
                <a:gs pos="100000">
                  <a:srgbClr val="0000FF"/>
                </a:gs>
              </a:gsLst>
              <a:lin ang="5400000" scaled="0"/>
            </a:gradFill>
          </a:ln>
        </p:spPr>
        <p:txBody>
          <a:bodyPr anchor="ctr" lIns="91440" rIns="91440" tIns="45720" bIns="45720"/>
          <a:lstStyle/>
          <a:p>
            <a:pPr algn="ctr"/>
            <a:r>
              <a:rPr lang="en-US" sz="1800" b="1" dirty="0"/>
              <a:t>Gradient</a:t>
            </a:r>
          </a:p>
          <a:p>
            <a:pPr algn="ctr"/>
            <a:r>
              <a:rPr lang="en-US" sz="1800" b="1" dirty="0"/>
              <a:t>Outline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Krasimira Genova</dc:creator>
  <cp:lastModifiedBy>Krasimira Genova</cp:lastModifiedBy>
  <cp:revision>1</cp:revision>
  <dcterms:created xsi:type="dcterms:W3CDTF">2026-06-25T23:15:54Z</dcterms:created>
  <dcterms:modified xsi:type="dcterms:W3CDTF">2026-06-25T23:15:54Z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2026-06-25T23:15:54Z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a250dfbd-b6f1-4966-96b5-fb3b9aa1ca0d</vt:lpwstr>
  </property>
  <property fmtid="{D5CDD505-2E9C-101B-9397-08002B2CF9AE}" pid="8" name="MSIP_Label_e463cba9-5f6c-478d-9329-7b2295e4e8ed_ContentBits">
    <vt:lpwstr>0</vt:lpwstr>
  </property>
  <property fmtid="{D5CDD505-2E9C-101B-9397-08002B2CF9AE}" pid="9" name="MSIP_Label_e463cba9-5f6c-478d-9329-7b2295e4e8ed_Tag">
    <vt:lpwstr>10, 3, 0, 1</vt:lpwstr>
  </property>
</Properties>
</file>