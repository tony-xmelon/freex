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D32E0-C8C9-DF66-325D-563F1AB08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CB1E65-FF13-7CAB-506E-68F4BFAEDF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874AC-55E7-B380-67A8-EAA6EF97A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A906E3-2E67-0369-5F2B-207D80979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E0C93-13A1-A30C-1C14-6F4F206E4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764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A063A-B3E5-3125-F598-430852804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51A3A-F1C5-4388-ED9A-820252E34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F5DA1-2F7D-E08B-3937-D54433E68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8438C-076C-1D53-8A8A-E559B7446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7373F-A452-89C3-F064-D698FBE6B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450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BDD6A-EFB9-3C1D-38B5-FE72F367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FE6FA1-35BA-E4BB-97FB-37A5F3C9BF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111957-E399-20A6-519E-40B14717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446111-1FAF-BF7D-AC03-72DDCE61D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EFC5E-5A23-7C1D-0FEB-BEAEEF52B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29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5D7BB-839D-763B-72CC-BD48E3C65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FFBB4-0263-C2FF-4566-3280D1F649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3D86E-3EB9-C929-5831-DFFC02E3F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B47B0E-F8DE-AE0E-F2C4-90FC88DC1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7324F7-A850-62BC-47F9-755E942C8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A3378-0A65-9E40-9E1E-75A10EC04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520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09207-B6AD-4485-FDBE-E8B0ADA77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CEF1F-C733-BDAA-94A3-7935E0E6E8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F47B0-2529-EDC4-CAF6-93F297DFE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6100C8-C215-8837-E94A-7A51D379F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4DAEA1-0C4A-1EDD-6CBF-F9A1AD5387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83DD6C-471F-61E7-11B9-DEAEAE0B1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CDEB20-9274-4AF5-4489-4739EF6C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703EB5-B223-3D2B-5080-8324E040E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863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DB825-761C-AD5C-D6FE-CA1C359B4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70008-62B4-70E7-BF1F-278CC7C3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198006-395B-14BD-963C-4AE8C9198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AB957-673C-C31E-0325-8C5460E9A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554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728C3A-189F-A6BD-6B70-005839549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84588A-0C51-EF86-4951-4D1342D1D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6AB67-4461-A0E6-F53E-F7EFD92CC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28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B8363-0691-8C89-2AE8-3B6C85F55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820E2-19FE-F3C0-11BE-5384B7DAF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37A7C0-DD46-99B1-71ED-B9F2E2D15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0909F-44F4-9D0E-8E88-3517C9D8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33DE5-2DDF-5AAD-AE2D-5DF4F57DB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FD3BE-74C1-C5B1-64E3-4D8B08389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780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D31D1-78D0-5E6B-B188-6C07147FC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1144DC-E877-BF40-B8DD-68616A8E3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394404-45C3-4C81-D5C6-C7D9D926DF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2E33D4-0C2A-DE08-0071-25C211F13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8A728D-5AE1-A341-2334-FF07E6576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5D127-A30B-41BF-7A7C-EA5421E83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35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736B5-2DE1-DF8F-B62D-C32953E59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5FAFA6-F737-17DA-B374-251DC625CF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E488A-BC61-270E-1AAB-FC44E10CB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E75C9-8A18-6BEA-EE18-DE3D3BB4D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E2E0B2-6420-BDC8-DE89-0D9C2DEDE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536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89F206-9F1D-CD85-6455-5E6E4D2E61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94AE0-EBAA-C012-DF3F-BFA35BC9A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1EA59-2624-81A7-24AF-0D853BA7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28C68-B154-19DA-EB3F-194C69671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F2C12-B18E-6EB5-3D40-AAF18CE7C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571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436E51-06D4-F62E-2423-4CC8DEDC2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B141C-7FE6-F5E6-1FC5-E33639511D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7CE03-FA58-1597-564B-87AE9DC84F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5093B9-90E3-4789-AE9C-479084660F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6D57C-235D-F766-ACA8-92EC8A551B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3BAAE-127A-4780-342B-3BC2E9DEB4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97E97-FCE4-4795-9D7F-F982D9319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885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dowRect">
            <a:extLst>
              <a:ext uri="{FF2B5EF4-FFF2-40B4-BE49-F238E27FC236}">
                <a16:creationId xmlns:a16="http://schemas.microsoft.com/office/drawing/2014/main" id="{630AB674-B92B-F993-03D5-14FFC5B88A9E}"/>
              </a:ext>
            </a:extLst>
          </p:cNvPr>
          <p:cNvSpPr/>
          <p:nvPr/>
        </p:nvSpPr>
        <p:spPr>
          <a:xfrm>
            <a:off x="1016000" y="1016000"/>
            <a:ext cx="3302000" cy="2032000"/>
          </a:xfrm>
          <a:prstGeom prst="rect">
            <a:avLst/>
          </a:prstGeom>
          <a:solidFill>
            <a:schemeClr val="accent1"/>
          </a:solidFill>
          <a:effectLst>
            <a:outerShdw blurRad="76200" dist="107763" dir="2699994" rotWithShape="0">
              <a:srgbClr val="404040">
                <a:alpha val="6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rgbClr val="FFFFFF"/>
                </a:solidFill>
              </a:rPr>
              <a:t>Outer Shadow</a:t>
            </a:r>
          </a:p>
        </p:txBody>
      </p:sp>
      <p:sp>
        <p:nvSpPr>
          <p:cNvPr id="3" name="GlowEllipse">
            <a:extLst>
              <a:ext uri="{FF2B5EF4-FFF2-40B4-BE49-F238E27FC236}">
                <a16:creationId xmlns:a16="http://schemas.microsoft.com/office/drawing/2014/main" id="{58D180B6-45B2-96E9-789D-7FE72134ADA8}"/>
              </a:ext>
            </a:extLst>
          </p:cNvPr>
          <p:cNvSpPr/>
          <p:nvPr/>
        </p:nvSpPr>
        <p:spPr>
          <a:xfrm>
            <a:off x="5461000" y="1016000"/>
            <a:ext cx="3048000" cy="2032000"/>
          </a:xfrm>
          <a:prstGeom prst="ellipse">
            <a:avLst/>
          </a:prstGeom>
          <a:solidFill>
            <a:schemeClr val="accent3"/>
          </a:solidFill>
          <a:effectLst>
            <a:glow rad="152400">
              <a:schemeClr val="accent3"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rgbClr val="FFFFFF"/>
                </a:solidFill>
              </a:rPr>
              <a:t>Glow</a:t>
            </a:r>
          </a:p>
        </p:txBody>
      </p:sp>
      <p:sp>
        <p:nvSpPr>
          <p:cNvPr id="4" name="SoftRect">
            <a:extLst>
              <a:ext uri="{FF2B5EF4-FFF2-40B4-BE49-F238E27FC236}">
                <a16:creationId xmlns:a16="http://schemas.microsoft.com/office/drawing/2014/main" id="{C14313C2-21E9-66F1-B911-A41B78B9D447}"/>
              </a:ext>
            </a:extLst>
          </p:cNvPr>
          <p:cNvSpPr/>
          <p:nvPr/>
        </p:nvSpPr>
        <p:spPr>
          <a:xfrm>
            <a:off x="9144000" y="1016000"/>
            <a:ext cx="2540000" cy="2032000"/>
          </a:xfrm>
          <a:prstGeom prst="roundRect">
            <a:avLst/>
          </a:prstGeom>
          <a:solidFill>
            <a:schemeClr val="accent4"/>
          </a:solidFill>
          <a:effectLst>
            <a:softEdge rad="1016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rgbClr val="FFFFFF"/>
                </a:solidFill>
              </a:rPr>
              <a:t>Soft Edge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40AEA-517E-983E-FD96-D118ABF0ECEB}"/>
              </a:ext>
            </a:extLst>
          </p:cNvPr>
          <p:cNvSpPr txBox="1"/>
          <p:nvPr/>
        </p:nvSpPr>
        <p:spPr>
          <a:xfrm>
            <a:off x="254000" y="127000"/>
            <a:ext cx="1143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Shape Effects: outer shadow, glow, soft edge</a:t>
            </a:r>
          </a:p>
        </p:txBody>
      </p:sp>
    </p:spTree>
    <p:extLst>
      <p:ext uri="{BB962C8B-B14F-4D97-AF65-F5344CB8AC3E}">
        <p14:creationId xmlns:p14="http://schemas.microsoft.com/office/powerpoint/2010/main" val="3795444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2026-06-25T22:49:03Z</dcterms:created>
  <dcterms:modified xsi:type="dcterms:W3CDTF">2026-06-25T22:49:03Z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2026-06-25T22:49:03Z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238fbcd6-9128-4a1f-9981-974e0413a7d1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