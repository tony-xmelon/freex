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05B1-CE33-DF3F-E69F-540583ECB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D64B2-748E-1EAF-6770-FB25BC8C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0B3C-093C-916C-428B-35297533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76CB-EED1-10AE-70CD-9BAF5BD9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E701B-F422-844F-300F-3325218C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3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A1B0-EDD0-00E2-6776-D2A4E498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24318-22A7-B260-5CCC-31A0D63AD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172D2-D012-906D-100B-F0D15D26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8E6AF-1BFF-821A-06E4-058432D4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D9D2E-13EE-CCED-1342-36E44F9D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51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D9C0-38DD-43A8-022C-F3E69564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A4DC-3003-EC3D-6D0C-452584E96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217BA-E50A-C9F0-1FFE-0D6AA40D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D8D2E-05CD-340E-EA42-C1D788A7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12784-81AC-EC06-F41C-66BFC097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7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F2E8-8614-8D84-54B2-FCB9A718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168A-3DDC-4FF0-1AE4-35AADC4D7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42C45-477F-1256-4438-99C901A57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AC0BA-3646-3992-AB63-804EBF79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7AE20-387D-8080-F73C-4AEB7F1B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FF53E-FF07-56BA-FF8D-9B8492AC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9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A4C5-1577-2ABD-ECE4-D9429E36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84508-ED25-272F-048F-57297CF74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E15D0-8BA7-225E-79C8-578FB7B13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E8526-0B3F-9354-9D3C-30B156497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2372E-B17C-20DE-0F81-74DE29677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050AE-FE27-3F0B-10AB-66E7B508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4C5A91-8FDE-834C-9496-59EADA1F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4C8DA-FD6A-FEDE-110B-80647EE3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8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5EB0-D71D-284E-0C07-0386732D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AA8224-BD2D-A884-334A-905042D7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4ED94-3A3C-40B2-5E6B-CF4D6732E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6A33C-DD21-50F4-DD71-73A4DEBFE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9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BE6F6F-A388-4E4E-DEB4-11AB4C68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8F1BF-314B-585A-E068-7B49B701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CB7E0-5EC8-1B15-9A46-5A47E673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6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D79F-2EF1-119E-AC05-064BFBD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79C84-CE1E-FB09-A35A-8F8804F64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ED196-ECD9-3A8B-C89A-D9EA8FA1A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63FA7-401D-C3F1-ECB3-47B1F4A3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B890E-E551-3638-CCE0-48EE8913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1FD39-1D28-98E7-D580-8602FC9C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7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CB3D-9699-85E6-FC68-ED28C912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D6BE43-DCC5-EBD3-D0E1-534BDFA3E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7B915-8277-6C11-FF10-98B88CB0A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DF3D9-B78D-0AD1-FCE4-E0ADE870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3BA1D-675F-ED73-1E4F-749F95CB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B3663-22FC-D3BE-38A3-CD598798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6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CD2E-48EA-6C05-69AA-4C84FDE7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6437D-B975-11D8-B3D6-45496F82D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E0B35-5B6A-AE60-C8CA-55B6B5CF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B3394-0DC8-F047-F382-EF6B187CA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0F951-EE9F-5B2A-E6CA-75AE8347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0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940C3-2A64-9D7F-7230-97E7B438C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13542-6A1B-E539-2D15-9612B1C2A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A0062-B944-397C-EDF0-B026F9FD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3E27C-2B10-2C55-A8CC-C1FD927D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2D508-EB44-0D4A-1891-205377C8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2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11262-4EF0-5E5A-90C6-43355D87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36940-6101-151E-D346-8C47BDF28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F93D7-0034-CF85-1AF9-2145AC412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2CEEE-4057-484F-A4D6-1563321FC9E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3626E-8ACF-034B-1102-E1F3C8307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18F68-EF38-8AB3-D954-B5E29C7C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38845-3555-49A7-8B29-F1FDEDD11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0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dowRect">
            <a:extLst>
              <a:ext uri="{FF2B5EF4-FFF2-40B4-BE49-F238E27FC236}">
                <a16:creationId xmlns:a16="http://schemas.microsoft.com/office/drawing/2014/main" id="{02E2EE2F-1F9F-A32C-5C35-5796067C87D0}"/>
              </a:ext>
            </a:extLst>
          </p:cNvPr>
          <p:cNvSpPr/>
          <p:nvPr/>
        </p:nvSpPr>
        <p:spPr>
          <a:xfrm>
            <a:off x="1016000" y="1016000"/>
            <a:ext cx="3302000" cy="2032000"/>
          </a:xfrm>
          <a:prstGeom prst="rect">
            <a:avLst/>
          </a:prstGeom>
          <a:solidFill>
            <a:schemeClr val="accent1"/>
          </a:solidFill>
          <a:effectLst>
            <a:outerShdw blurRad="76200" dist="107763" dir="2699994" rotWithShape="0">
              <a:srgbClr val="404040">
                <a:alpha val="6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</a:rPr>
              <a:t>Outer Shadow</a:t>
            </a:r>
          </a:p>
        </p:txBody>
      </p:sp>
      <p:sp>
        <p:nvSpPr>
          <p:cNvPr id="3" name="GlowEllipse">
            <a:extLst>
              <a:ext uri="{FF2B5EF4-FFF2-40B4-BE49-F238E27FC236}">
                <a16:creationId xmlns:a16="http://schemas.microsoft.com/office/drawing/2014/main" id="{8F69BC64-C556-18F8-FC05-8272BF71762D}"/>
              </a:ext>
            </a:extLst>
          </p:cNvPr>
          <p:cNvSpPr/>
          <p:nvPr/>
        </p:nvSpPr>
        <p:spPr>
          <a:xfrm>
            <a:off x="5461000" y="1016000"/>
            <a:ext cx="3048000" cy="2032000"/>
          </a:xfrm>
          <a:prstGeom prst="ellipse">
            <a:avLst/>
          </a:prstGeom>
          <a:solidFill>
            <a:schemeClr val="accent3"/>
          </a:solidFill>
          <a:effectLst>
            <a:glow rad="152400">
              <a:schemeClr val="accent3"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</a:rPr>
              <a:t>Glow</a:t>
            </a:r>
          </a:p>
        </p:txBody>
      </p:sp>
      <p:sp>
        <p:nvSpPr>
          <p:cNvPr id="4" name="SoftRect">
            <a:extLst>
              <a:ext uri="{FF2B5EF4-FFF2-40B4-BE49-F238E27FC236}">
                <a16:creationId xmlns:a16="http://schemas.microsoft.com/office/drawing/2014/main" id="{4E163706-0FFB-00B0-F00B-EBE8BEB03005}"/>
              </a:ext>
            </a:extLst>
          </p:cNvPr>
          <p:cNvSpPr/>
          <p:nvPr/>
        </p:nvSpPr>
        <p:spPr>
          <a:xfrm>
            <a:off x="9144000" y="1016000"/>
            <a:ext cx="2540000" cy="2032000"/>
          </a:xfrm>
          <a:prstGeom prst="roundRect">
            <a:avLst/>
          </a:prstGeom>
          <a:solidFill>
            <a:schemeClr val="accent4"/>
          </a:solidFill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</a:rPr>
              <a:t>Soft Edge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AC43C-4141-D72E-F4B2-F51E34ACA418}"/>
              </a:ext>
            </a:extLst>
          </p:cNvPr>
          <p:cNvSpPr txBox="1"/>
          <p:nvPr/>
        </p:nvSpPr>
        <p:spPr>
          <a:xfrm>
            <a:off x="254000" y="1270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Shape Effects: outer shadow, glow, soft edge</a:t>
            </a:r>
          </a:p>
        </p:txBody>
      </p:sp>
    </p:spTree>
    <p:extLst>
      <p:ext uri="{BB962C8B-B14F-4D97-AF65-F5344CB8AC3E}">
        <p14:creationId xmlns:p14="http://schemas.microsoft.com/office/powerpoint/2010/main" val="2333522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2026-06-25T23:16:05Z</dcterms:created>
  <dcterms:modified xsi:type="dcterms:W3CDTF">2026-06-25T23:16:05Z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2026-06-25T23:16:05Z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6ea2960b-5106-41d6-b4f7-199cf1987986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