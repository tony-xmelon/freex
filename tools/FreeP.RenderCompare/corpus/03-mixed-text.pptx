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81B7B-5041-0BB7-88F0-B80F42F1AA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E2020F-6E80-79C1-8958-E9F4A11E23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1F302-7894-59D1-6757-63D9C4372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B95D7-4A4B-4A15-A50F-2E9AB618FB15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75EFA8-5005-F72D-8823-F563780C6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0DA546-1383-D479-B8F9-07A1E1CA7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E3ACC0-AFC4-411B-8425-8A48D90929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924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FA143-9BB8-B177-81F5-7A526507C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1973E3-8560-B6B9-649F-6D07F035A5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211117-884E-585D-FC0F-2B3F48B92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B95D7-4A4B-4A15-A50F-2E9AB618FB15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AB94D4-D7C2-6164-7621-5331245BC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CC35F-7722-ED75-B031-2780751E1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E3ACC0-AFC4-411B-8425-8A48D90929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8413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AA40D-4F56-C442-15C2-CAC3783A6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F8235F-2178-C7E1-023A-A493BC4C12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2ACE32-59EF-D58D-2913-D92EA9B08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B95D7-4A4B-4A15-A50F-2E9AB618FB15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127A95-714D-3AC0-BFDE-CCC4E3228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897552-817C-8C12-C9FB-5C194291C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E3ACC0-AFC4-411B-8425-8A48D90929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3905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523D6-9E4C-DD34-C784-4E6CDDC66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908777-6287-C106-C5C6-394334127E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00DDF2-FAB1-3BDF-CF15-F0898C06BA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00506C-8FB9-DC6B-FE80-CF4D0C99D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B95D7-4A4B-4A15-A50F-2E9AB618FB15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3A363E-D270-07D6-9371-891390647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842CB8-9EAF-12A8-51A3-A7C0F6C45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E3ACC0-AFC4-411B-8425-8A48D90929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754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9D0CB-0E19-0408-D1A3-0BA1980336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3C4666-1B38-54A2-67F4-7577EE2DB1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250AB9-1D1F-A8A3-4EF1-7F5FCACC76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13E6C6-EE43-5379-C38C-D4BD7BFEC7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5E2866-0D88-8EBC-2CD3-D22825C489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B9B9516-9968-2F97-0ABE-B94680B2D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B95D7-4A4B-4A15-A50F-2E9AB618FB15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089ED2-B8F8-D6E0-34ED-7B14F20D7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A9ADE3-D138-17C8-CDB9-5567862A6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E3ACC0-AFC4-411B-8425-8A48D90929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634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9E142-E728-BAFE-212B-3D3678AD0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1EC7D6-B38A-6DFF-3D0C-14B9748C5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B95D7-4A4B-4A15-A50F-2E9AB618FB15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A07EFC-5ACE-ECC8-833A-267535CBD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AF5446-99BD-4C81-2D9A-B5DCF535C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E3ACC0-AFC4-411B-8425-8A48D90929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724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78357C-C994-C975-6DA6-9F497CE50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B95D7-4A4B-4A15-A50F-2E9AB618FB15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78C61C-AD3D-9D0E-92E5-98B9B63F1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D292DC-799F-1A2C-1874-7EAD0C1AD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E3ACC0-AFC4-411B-8425-8A48D90929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131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4ABC0-E074-D3EE-0D47-8CDA6EFA6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C5EB9-9911-CBED-8228-B420AA12E0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CF7222-88BB-FE03-05DC-8105A2E0EF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175114-DF80-893C-6529-48763F051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B95D7-4A4B-4A15-A50F-2E9AB618FB15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4DC5E-ACC5-2B11-A5CB-B1E07515E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F180B7-DD1A-1122-4149-B8535002B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E3ACC0-AFC4-411B-8425-8A48D90929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2825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73983-9D75-EF8B-7774-9A0F4DCE6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6A5A49-E1D0-3731-F2CE-97EDE4FC82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232D90-7ECE-16BD-F628-6C1E7A7400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5328A8-9689-4469-5A79-9090F6D9A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B95D7-4A4B-4A15-A50F-2E9AB618FB15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AB497C-6259-F502-D737-520B9B72F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C39E9B-0BC9-DEC6-8354-FE6B7F96D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E3ACC0-AFC4-411B-8425-8A48D90929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485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6CF2B-36DD-7789-AE54-AFA826C02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93EC01-D007-AC4D-55FC-FF497DB007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E4344F-BDF5-1ACD-6A4C-A9EAB847F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B95D7-4A4B-4A15-A50F-2E9AB618FB15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F9CB66-CC8B-B0CF-BB30-0912C4411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F7016D-208A-E558-17EA-5FF1EEF1F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E3ACC0-AFC4-411B-8425-8A48D90929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1870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090AF2-39B5-60E9-A7A2-575688E852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49A460-D22B-DCD8-F08E-D1D0373136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8311A-7AF8-8916-0787-6C8AC8BA2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B95D7-4A4B-4A15-A50F-2E9AB618FB15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A353C-993D-2894-24F1-57940B705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1EE3ED-9F0B-46FD-E5F6-6D11A08ED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E3ACC0-AFC4-411B-8425-8A48D90929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9560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FE0D1F-2F11-3B56-4325-BBF0B9E13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080059-71DF-453D-6D02-C667339E97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BD2466-7777-C426-4D7B-E733DC110A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4B95D7-4A4B-4A15-A50F-2E9AB618FB15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ECDEC6-2984-9CF3-80FD-A26A9A3414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892CDB-173D-01F1-9AB2-71A139390F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E3ACC0-AFC4-411B-8425-8A48D90929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048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BCAA39-CED9-D043-9957-1414528EEAE7}"/>
              </a:ext>
            </a:extLst>
          </p:cNvPr>
          <p:cNvSpPr txBox="1"/>
          <p:nvPr/>
        </p:nvSpPr>
        <p:spPr>
          <a:xfrm>
            <a:off x="635000" y="1016000"/>
            <a:ext cx="10922000" cy="116955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800">
                <a:solidFill>
                  <a:srgbClr val="000000"/>
                </a:solidFill>
              </a:rPr>
              <a:t>FreeP Render Compare</a:t>
            </a:r>
          </a:p>
          <a:p>
            <a:r>
              <a:rPr lang="en-US" sz="2800">
                <a:solidFill>
                  <a:srgbClr val="000000"/>
                </a:solidFill>
              </a:rPr>
              <a:t>Wave 1E — PowerPoint Parity Harness</a:t>
            </a:r>
            <a:endParaRPr lang="en-US" sz="1400" b="1">
              <a:solidFill>
                <a:srgbClr val="235637"/>
              </a:solidFill>
            </a:endParaRPr>
          </a:p>
          <a:p>
            <a:r>
              <a:rPr lang="en-US" sz="1400" b="1">
                <a:solidFill>
                  <a:srgbClr val="235637"/>
                </a:solidFill>
              </a:rPr>
              <a:t>Interop compare: pixel-accurate ground truth from MS PowerPoint.</a:t>
            </a:r>
          </a:p>
        </p:txBody>
      </p:sp>
    </p:spTree>
    <p:extLst>
      <p:ext uri="{BB962C8B-B14F-4D97-AF65-F5344CB8AC3E}">
        <p14:creationId xmlns:p14="http://schemas.microsoft.com/office/powerpoint/2010/main" val="28790002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</Words>
  <Application>Microsoft Office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Krasimira Genova</dc:creator>
  <cp:lastModifiedBy>Krasimira Genova</cp:lastModifiedBy>
  <cp:revision>1</cp:revision>
  <dcterms:created xsi:type="dcterms:W3CDTF">2026-06-25T14:20:21Z</dcterms:created>
  <dcterms:modified xsi:type="dcterms:W3CDTF">2026-06-25T14:20:21Z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463cba9-5f6c-478d-9329-7b2295e4e8ed_Enabled">
    <vt:lpwstr>true</vt:lpwstr>
  </property>
  <property fmtid="{D5CDD505-2E9C-101B-9397-08002B2CF9AE}" pid="3" name="MSIP_Label_e463cba9-5f6c-478d-9329-7b2295e4e8ed_SetDate">
    <vt:lpwstr>2026-06-25T14:20:21Z</vt:lpwstr>
  </property>
  <property fmtid="{D5CDD505-2E9C-101B-9397-08002B2CF9AE}" pid="4" name="MSIP_Label_e463cba9-5f6c-478d-9329-7b2295e4e8ed_Method">
    <vt:lpwstr>Standard</vt:lpwstr>
  </property>
  <property fmtid="{D5CDD505-2E9C-101B-9397-08002B2CF9AE}" pid="5" name="MSIP_Label_e463cba9-5f6c-478d-9329-7b2295e4e8ed_Name">
    <vt:lpwstr>All Employees_2</vt:lpwstr>
  </property>
  <property fmtid="{D5CDD505-2E9C-101B-9397-08002B2CF9AE}" pid="6" name="MSIP_Label_e463cba9-5f6c-478d-9329-7b2295e4e8ed_SiteId">
    <vt:lpwstr>33440fc6-b7c7-412c-bb73-0e70b0198d5a</vt:lpwstr>
  </property>
  <property fmtid="{D5CDD505-2E9C-101B-9397-08002B2CF9AE}" pid="7" name="MSIP_Label_e463cba9-5f6c-478d-9329-7b2295e4e8ed_ActionId">
    <vt:lpwstr>281c2690-4e9b-4b5a-b2e3-8c178953ab35</vt:lpwstr>
  </property>
  <property fmtid="{D5CDD505-2E9C-101B-9397-08002B2CF9AE}" pid="8" name="MSIP_Label_e463cba9-5f6c-478d-9329-7b2295e4e8ed_ContentBits">
    <vt:lpwstr>0</vt:lpwstr>
  </property>
  <property fmtid="{D5CDD505-2E9C-101B-9397-08002B2CF9AE}" pid="9" name="MSIP_Label_e463cba9-5f6c-478d-9329-7b2295e4e8ed_Tag">
    <vt:lpwstr>10, 3, 0, 1</vt:lpwstr>
  </property>
</Properties>
</file>