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84DFA-7C59-1B38-385C-1E6F913009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0C94FF-62EF-5E32-AD94-67C59B2898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D3B016-BD56-A224-2448-AA25847A6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69C9A-8C24-4FBE-BC3E-FFB6EDBFE3E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379E7F-B31F-FE77-6B61-AB0EA16F8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12A85-421E-FA92-2F19-1519B46EA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7BE8-5040-4A5D-8114-94A50441A2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165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49558-FD9F-9A47-F2FA-F31492DB7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B4667-E109-DE3E-C9AF-13C1DD156C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8EA7E-D8F0-FA42-86B8-51FD221B7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69C9A-8C24-4FBE-BC3E-FFB6EDBFE3E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117E32-F602-C085-2FB7-45E8F7083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5BBB77-1693-90BC-7A6D-269E2286E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7BE8-5040-4A5D-8114-94A50441A2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263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658F8-2BD2-B5C6-1062-A6F144805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13CC16-DE74-7260-B0D3-CDC0257A9F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98AE6-1437-0736-67B7-BD2BEC5D7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69C9A-8C24-4FBE-BC3E-FFB6EDBFE3E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94543E-CA89-99F4-91BA-C4338D6F7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66E9F-34C1-544E-1B40-99A86ACC3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7BE8-5040-4A5D-8114-94A50441A2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894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B5E17-C8CA-734E-B52D-F8AAD4894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10D17-8D81-9B31-06D7-6A7ABE1E3A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CFAA1F-E81B-6EBC-E534-4C4F95F2F9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B1D6D-DFC7-4FBC-0FC5-85E27A160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69C9A-8C24-4FBE-BC3E-FFB6EDBFE3E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88DBC1-65B3-40DE-0437-7241EFA2C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BBE7D-1918-9B79-5DC0-E7A798000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7BE8-5040-4A5D-8114-94A50441A2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3113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D3A1C-239D-C2C3-2DC9-642864207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D094B7-914B-7E6C-90D0-654FD66DAB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3DCE5C-FD63-9161-F6CA-C407C8CAD1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F4552F-02D1-8663-C0D7-F1B7318966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9B43F0-FABD-16B5-3F01-71988D7207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517A69-6D3B-A580-381D-D89CE2089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69C9A-8C24-4FBE-BC3E-FFB6EDBFE3E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086B63-1A96-FF26-3033-F158B5B32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BC4828-4AF9-AA47-D9CB-EB0E112DA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7BE8-5040-4A5D-8114-94A50441A2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77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C5B4F-04A2-05E6-7BA5-82F7A7BF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6332ED-038F-B2C2-BFF1-B60AE27CC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69C9A-8C24-4FBE-BC3E-FFB6EDBFE3E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B79695-5121-AFFB-C216-4AA704F73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BB4AEA-031B-E5AC-5558-2CB4F20D2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7BE8-5040-4A5D-8114-94A50441A2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693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DC9DC6A-7C24-0497-0609-8F3CBA22E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69C9A-8C24-4FBE-BC3E-FFB6EDBFE3E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3300F6-DA68-61F4-18C2-D4C90EBA5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C0F2C-FD5E-B629-BF38-39E387E0C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7BE8-5040-4A5D-8114-94A50441A2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171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7C3C1-49B6-6A19-75B5-C6D84559F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F9AA2-D07D-AF2E-DAE9-9CF82EAB3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6E0E57-0AA9-C3ED-6F7A-149B231C52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DE6F4F-E44B-B700-DCC6-269205F97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69C9A-8C24-4FBE-BC3E-FFB6EDBFE3E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440FE-0070-D53C-FE17-836A0B5F8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D0DFE7-CE3D-8FFF-27E0-D61BF7307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7BE8-5040-4A5D-8114-94A50441A2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851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6D0BC-875A-B132-A632-DAC6877D0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A88A22-D1E0-8D4D-97B7-19239377F1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55435E-DE15-BDAA-531B-C3A6BACD93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8F19B-5769-C8E2-A330-C2C78CB3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69C9A-8C24-4FBE-BC3E-FFB6EDBFE3E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3CC607-512E-4FA0-6D15-480AC3671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80F43C-DDA0-3987-678F-409C4445A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7BE8-5040-4A5D-8114-94A50441A2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39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47113-0D23-BEBA-B1DD-EC5C55112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EEF45B-74C6-41CD-6EBE-E650F37018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E5E43-DD39-BD1B-37CC-BAEA5FFFF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69C9A-8C24-4FBE-BC3E-FFB6EDBFE3E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3AD22F-16FD-6831-FB8B-967C49410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8C6AF-7F44-5F84-0A70-38434A742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7BE8-5040-4A5D-8114-94A50441A2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794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514FDA-EE18-660B-042F-C42F6E56C0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54288C-D947-CD57-AF84-B6D572505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2D9C5A-D4BC-7A55-3AA6-9CBBFC8FB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69C9A-8C24-4FBE-BC3E-FFB6EDBFE3E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5B6855-303F-5F07-04C4-F80667B44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0BD0F-F1AB-ED0B-DACF-F50CAA038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7BE8-5040-4A5D-8114-94A50441A2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599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EC553B-C6C7-5C48-E16A-22D631C0D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C270C-DE2F-5AA4-3DE2-6C1AF38099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58B98-C2BB-37B0-72A8-160F041195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169C9A-8C24-4FBE-BC3E-FFB6EDBFE3E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C792BC-3F71-7682-68EC-97D5345623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07F12-B8ED-658F-275A-F7A2144195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0C7BE8-5040-4A5D-8114-94A50441A2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950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9B062A-D6C8-5584-9BD5-2628741EC877}"/>
              </a:ext>
            </a:extLst>
          </p:cNvPr>
          <p:cNvSpPr txBox="1"/>
          <p:nvPr/>
        </p:nvSpPr>
        <p:spPr>
          <a:xfrm>
            <a:off x="635000" y="1016000"/>
            <a:ext cx="10922000" cy="116955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800">
                <a:solidFill>
                  <a:srgbClr val="000000"/>
                </a:solidFill>
              </a:rPr>
              <a:t>FreeP Render Compare</a:t>
            </a:r>
          </a:p>
          <a:p>
            <a:r>
              <a:rPr lang="en-US" sz="2800">
                <a:solidFill>
                  <a:srgbClr val="000000"/>
                </a:solidFill>
              </a:rPr>
              <a:t>Wave 1E — PowerPoint Parity Harness</a:t>
            </a:r>
            <a:endParaRPr lang="en-US" sz="1400" b="1">
              <a:solidFill>
                <a:srgbClr val="235637"/>
              </a:solidFill>
            </a:endParaRPr>
          </a:p>
          <a:p>
            <a:r>
              <a:rPr lang="en-US" sz="1400" b="1">
                <a:solidFill>
                  <a:srgbClr val="235637"/>
                </a:solidFill>
              </a:rPr>
              <a:t>Interop compare: pixel-accurate ground truth from MS PowerPoint.</a:t>
            </a:r>
          </a:p>
        </p:txBody>
      </p:sp>
    </p:spTree>
    <p:extLst>
      <p:ext uri="{BB962C8B-B14F-4D97-AF65-F5344CB8AC3E}">
        <p14:creationId xmlns:p14="http://schemas.microsoft.com/office/powerpoint/2010/main" val="3735002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2026-06-25T09:04:25Z</dcterms:created>
  <dcterms:modified xsi:type="dcterms:W3CDTF">2026-06-25T09:04:25Z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2026-06-25T09:04:25Z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c8ca7830-a4dd-45a7-aacd-68ec86302a3f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