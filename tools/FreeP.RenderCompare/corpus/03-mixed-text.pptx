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05E3-99BA-6C9E-829A-C5E49186D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896F3-6DAA-4E40-D1C2-13EF46250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11C2E-EDB8-57F0-FDEE-13781B15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CB4BE-59DC-AE45-1652-D8C05574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30D15-53EF-EE01-F77B-C40D990D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76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969B9-ADE5-457F-B9C4-DA5A4DDB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14805-304D-915D-86D9-5D71FDBEE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C7485-7D4B-F482-6BFE-623C6A1C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E8524-CB14-E372-2381-46F342F6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7D85A-BE44-A7C0-8666-DD805D37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2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03B1-9150-E579-B011-07285D2FF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012CC-2325-E400-AE62-2F72E99AF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AF3E6-AE60-E740-BE73-F255358C9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67C7D-8A4D-B6B0-817C-40795F3D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8844F-0072-8B93-CE14-758C147E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42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8AC8-FD99-1807-22F8-39A74560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39BCE-168A-40DF-8079-5E3648BC5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4F1C0-C94C-D033-1B21-8CA5AE7AA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A0F11-09D7-963A-31E0-B55B8B22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EA676-7309-FA78-613A-DEF514D1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4ADC8-C005-E8BB-C626-88AA21E4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86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A484-06D8-D589-BE01-F7233F48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A0ED5-5E07-6A8C-595D-225A74F1B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E86D-ADE9-1D2E-2726-CC75AFCC4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E86FB-9855-4AC9-148A-A21C2933C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2CDC5-50E5-26F4-25C5-332EDCE5D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E75F43-37BF-D208-D311-BE72EB62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9F925D-930E-92C3-BEE7-914E76A31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2307F6-BF6A-06F3-9141-4A97848C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9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F6570-7C90-188C-DAC2-F7D5519C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797A71-ECFA-1FE2-4DA9-44FEBAC2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0E27D-FBB2-AA2B-1267-23453AE0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837C5-3C71-9676-3E01-0FF2EA43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C04C8F-3F0C-449C-6B1D-00C42E5F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621C0-DC00-A20B-A5BE-2A60FEC5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B92B8-45F2-525D-7346-876B752E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83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712F-C8EC-7091-3384-36ED8F2FA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771F1-D3A3-BE45-43EE-F1719B4F8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BBC47-FF62-4B16-7330-D1E42DC31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4CFEF-0A47-1940-37E3-69F610B63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CBC8A-916F-8B21-A09B-124D4DEEC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780E5-A51C-9F1D-C050-E649E654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CA77E-FE8F-A46B-C54B-ACD55937A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8CB20D-DB59-1134-6BA5-A76AB37CB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40CE1-AB97-CF0A-DF92-B41C61596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EBE4F-B084-6FC1-974B-52FCA4EA4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4C4B0-399B-F7E0-D059-7CE6A6F4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47392-872C-6392-FD40-1BF6730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7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AC33-4735-7C7F-E177-C59037FC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AA8DB-7A23-4DA5-67EB-DA1A64D91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F0FF9-E748-5557-600E-44B4BF147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B5BD5-EB70-4D21-0A21-5A740AFC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A3329-3671-365C-E7DD-0C22B1548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3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15CCE-C476-3EF9-0E3C-B320EF81B7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B9F6A-7D47-EC2F-E319-A0AA13C7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7E895-CC4A-FB50-3399-9283F24A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63F55-C24D-C310-17E0-8505E89E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30A05-00EE-1804-5FF7-B1B26721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1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CD35E-7F08-C4E5-8BD8-CA80963F6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424F6-F3B3-F6E5-A5A6-EF683F4F5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AF705-BC21-E816-16A1-67605EC2C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44B09-3F86-4311-B16C-FB8A1A86CE05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0037C-7C5B-28F2-E96B-A58690358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B8BB4-DCBF-9992-CEE8-7B6B51242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F658B-B8D9-4AB7-9284-A0572F664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8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880BCB-2BAA-3B1F-2D69-07424472C85F}"/>
              </a:ext>
            </a:extLst>
          </p:cNvPr>
          <p:cNvSpPr txBox="1"/>
          <p:nvPr/>
        </p:nvSpPr>
        <p:spPr>
          <a:xfrm>
            <a:off x="635000" y="1016000"/>
            <a:ext cx="10922000" cy="1169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FreeP Render Compare</a:t>
            </a:r>
          </a:p>
          <a:p>
            <a:r>
              <a:rPr lang="en-US" sz="2800">
                <a:solidFill>
                  <a:srgbClr val="000000"/>
                </a:solidFill>
              </a:rPr>
              <a:t>Wave 1E — PowerPoint Parity Harness</a:t>
            </a:r>
            <a:endParaRPr lang="en-US" sz="1400" b="1">
              <a:solidFill>
                <a:srgbClr val="235637"/>
              </a:solidFill>
            </a:endParaRPr>
          </a:p>
          <a:p>
            <a:r>
              <a:rPr lang="en-US" sz="1400" b="1">
                <a:solidFill>
                  <a:srgbClr val="235637"/>
                </a:solidFill>
              </a:rPr>
              <a:t>Interop compare: pixel-accurate ground truth from MS PowerPoint.</a:t>
            </a:r>
          </a:p>
        </p:txBody>
      </p:sp>
    </p:spTree>
    <p:extLst>
      <p:ext uri="{BB962C8B-B14F-4D97-AF65-F5344CB8AC3E}">
        <p14:creationId xmlns:p14="http://schemas.microsoft.com/office/powerpoint/2010/main" val="228402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2026-06-25T23:15:55Z</dcterms:created>
  <dcterms:modified xsi:type="dcterms:W3CDTF">2026-06-25T23:15:55Z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2026-06-25T23:15:55Z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05c0d160-9a16-4d72-ad9d-97c5bd500d0d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