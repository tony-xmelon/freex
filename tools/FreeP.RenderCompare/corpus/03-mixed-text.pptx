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6FF26-0137-9656-6507-764599C51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57ACB-13F1-665F-587D-AF583F01A8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50D8A-DF01-FD97-D87F-697D05631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B7A09-8B7B-1E63-806C-2B0A71C8D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83677-1861-6C0B-BBEF-6E061EEBC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321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49AF5-B2E6-0844-3B15-1139E9E82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43921-E39E-D33A-E240-177ABA329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95423-E92F-557A-45A9-9E31BD8D1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5AA9-DD69-7AB7-E7AF-AAF637DB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8D49C-9A22-8ECF-D79C-C0D9115E6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461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6A649-B677-AFAB-06F0-77BB5E9FB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83252-EB26-B31F-3098-E6A784F713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91F71-E8F3-4C3C-15A5-EFD951D06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0CB9F-845D-0865-6B8F-2A19267FE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29D634-CE8E-51CC-ADA9-03770A66E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921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3B20-BFDF-7333-0264-4853E925D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0099D-5F85-BA26-79F3-3F4845725E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7570CB-7CB9-95BF-1C7A-3D9ECD9A9D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E694D4-5E17-CBA5-6625-BE0ACC2D5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6DEF0A-29F5-DADF-EECD-5456E2F5A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62DA06-ABC6-4EF4-B55B-75B32F588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025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9656D-B2F2-8EC6-2F91-96DD698CA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27D166-9AFF-8A7B-B11D-0FCA996B9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CF7AD9-0A1E-D702-37EC-6C6A28ABAF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C21281-FC93-59D8-6DE2-3E60EE1208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9ACC7E-472D-2DAB-C38E-4A379A53AC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476530-43DB-2B9B-C863-642872C4B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162C9C-5E6C-450A-B4E2-2D9FA6494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A5193D-C2E4-74C8-6DBA-12FFA7098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40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56EE-9DA1-033A-6209-BB2A40543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27B89-AAE0-9193-6BF2-3650E99FD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9DF522-3950-A1FE-306B-DFBD16E5B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962E72-9C40-8EDB-5822-169207687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768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739F4-E3DD-6A2E-8C0B-7CB96786E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12BCDA-86B0-A063-CA0A-BC0AC9D76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7E276-80AA-BC84-F7F5-8554062F9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85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0BC1F-61D7-53E2-A285-1A202BA8F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DD9E0-2577-1A2B-6F60-D345967EC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9C766-1996-9AAF-52F5-CD301D01ED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14B1A-298F-F862-3D74-D5BC186BB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EDC4CC-41D9-03B4-DB5B-EF3258EDA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858C66-0541-D05C-D56F-7E88D5E09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674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A7E6A-DB07-39DD-2568-E55C746E3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B93326-1AAE-E473-11AB-03465340C1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106852-875D-9D14-E758-DA89C75D09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F9B9EB-845D-F2F7-6546-FF65C7353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3B9352-69A1-B07C-46D5-979EEBF68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713D49-DD3E-7D24-BC12-C09830AE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132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ECA29-1C01-5985-4284-BD46996A7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D2664C-5437-46EA-793E-0C1F70B1F1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BA7AB-E876-6FFC-BD7C-838D599CB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A86A0B-ADC2-6868-F56D-D9EC70D5E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1834E-6DB0-3F2A-E003-9932B4EF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330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467DCD-0290-975B-714F-C9BBE129F8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EF95B-480B-659D-8F98-FD438E99E0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492CA-80E0-1695-5B5A-14CB1B8A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B78C2-8317-C5CD-AC8F-A9953DBB8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B95D2-A3EE-36FA-E5AC-E556F53C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2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6A918C-7AF3-171E-7D2A-783D2EF94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2A8EE-9E02-D0A4-2FC2-7B2D2C93B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59CD5-3719-2273-D46C-3478832507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7D97E8-F6DA-474E-94AD-0B1DB82ECF2E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32C0-3EC4-0635-EEBB-95D3464A92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C4E80-FA20-4637-3EDC-BE98103676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495CC1-9556-4C76-B880-013C244C7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883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AFCAF-C8E7-C26A-C2A5-8A0700391123}"/>
              </a:ext>
            </a:extLst>
          </p:cNvPr>
          <p:cNvSpPr txBox="1"/>
          <p:nvPr/>
        </p:nvSpPr>
        <p:spPr>
          <a:xfrm>
            <a:off x="635000" y="1016000"/>
            <a:ext cx="10922000" cy="116955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800">
                <a:solidFill>
                  <a:srgbClr val="000000"/>
                </a:solidFill>
              </a:rPr>
              <a:t>FreeP Render Compare</a:t>
            </a:r>
          </a:p>
          <a:p>
            <a:r>
              <a:rPr lang="en-US" sz="2800">
                <a:solidFill>
                  <a:srgbClr val="000000"/>
                </a:solidFill>
              </a:rPr>
              <a:t>Wave 1E — PowerPoint Parity Harness</a:t>
            </a:r>
            <a:endParaRPr lang="en-US" sz="1400" b="1">
              <a:solidFill>
                <a:srgbClr val="235637"/>
              </a:solidFill>
            </a:endParaRPr>
          </a:p>
          <a:p>
            <a:r>
              <a:rPr lang="en-US" sz="1400" b="1">
                <a:solidFill>
                  <a:srgbClr val="235637"/>
                </a:solidFill>
              </a:rPr>
              <a:t>Interop compare: pixel-accurate ground truth from MS PowerPoint.</a:t>
            </a:r>
          </a:p>
        </p:txBody>
      </p:sp>
    </p:spTree>
    <p:extLst>
      <p:ext uri="{BB962C8B-B14F-4D97-AF65-F5344CB8AC3E}">
        <p14:creationId xmlns:p14="http://schemas.microsoft.com/office/powerpoint/2010/main" val="2369612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2026-06-25T17:06:32Z</dcterms:created>
  <dcterms:modified xsi:type="dcterms:W3CDTF">2026-06-25T17:06:32Z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2026-06-25T17:06:32Z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56b0535c-bdd4-4463-9eb6-7f9e7b2c8f88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