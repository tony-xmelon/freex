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FC6D-7CE1-4DF4-B575-26B96A822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E0923-EBF5-D3DC-5074-F48B1D8AE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57174-B9F9-CF01-9A9C-4D593EFC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A7B43-7BD7-519D-DB50-394A27DC8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C7487-E96D-04B1-80A4-2214FCCC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3E8C5-491B-C4DE-81FA-72C25DC7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750C-C8D9-28E3-8F66-A05B45ACA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45204-B5A0-EFAB-8537-9A8FE510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B4C5D-C965-D00E-9146-736A3BCA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6BEC2-4D57-13E9-140E-363586793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E0958-BC00-A5D5-E48C-E98FC141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8B136-31F4-E98B-388B-13D537DD7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D102C-2F02-DBC8-B69D-608FB7AE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A5AC4-539A-7072-907A-2D691CFF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E038B-3FA9-65D5-F58F-346DA595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5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9EE2D-F578-70B5-8188-34A8236F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3C297-66AE-AA0E-DCEE-16DF33590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2D1E3-83D5-08E6-1281-74C9C6795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3B7E3-E7A2-B0B1-5275-3F8FE29A5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19A02-5781-BEE8-054B-51B42F3B8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5B42A-FE66-DFD6-80FF-D2484FD4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1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67D7E-5B6D-2CEC-E6A5-3C9CB091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EFFFA-7A1F-5E62-1867-D1F393B11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640CF-EC8C-565C-38D8-46234E132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82BC8-B1C5-B789-0E3D-6B6AB004C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69C98-1AA9-16D4-95B8-8BA1CE543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92069A-A6E5-A50B-ECEE-4355DB2B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0373B5-7D3F-DCF3-B8D5-A7A24FE34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32075-BFA1-EB0E-2A28-4497E54C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3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15812-E4AE-B0E4-7E3D-E4AB24127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0075E-C3ED-A2D6-47C4-8C2D26B1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20AC4-9487-4063-CEDE-6D3CB1A5C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7F732-DA3C-FAA1-28E2-B1D6B22E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4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59928-7DB8-AB33-6550-BFB11763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CCE5A4-438E-F449-27B7-EB9A63E37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74107-BE7A-E74A-768F-012339D7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8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176EC-BAB8-4045-418B-2DC94C52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D6E8-9657-87E0-763F-089D4D346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3653B-0FEC-207A-BBFA-52815979E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A9337-184E-DE2E-BBD0-ABDBA948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F224E-A4C1-F723-6ACF-B60B34A2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C1FDD-09A9-A11F-D532-ED4A9254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8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153C-1149-151A-912B-E42684F4E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FF3EDF-1337-D005-A716-4829E49E00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3B2E6-B5AD-B62B-2112-8C4550FFD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6E9F9-9F85-E8CF-BE05-48ABD3F6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58237-74FA-AACA-CE15-21D43C63E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48F90-4D40-3D2F-6F9E-EB8D5305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5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8997E-CE57-48D4-2438-E1D5FA81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39FB0-A4CB-1AD0-8D93-C42081507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E749B-C9D0-C402-0768-63E1CA474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55E1B-0989-8D70-DCC4-7BE434D5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48006-E13B-15D7-B35D-B6216F5E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50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3E6A1D-C9B7-B430-CC6F-F82217893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4E075-15EE-0EF4-FA91-46D89DBCE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40066-AE6E-7435-DF3B-1A79F201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3FF83-44AE-78B6-C39C-D83AED5C3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DF876-56E0-5221-DBFB-8239F3FBE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3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090064-3D2F-46B4-B7E0-960504DC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A9CA7-C481-3A0C-8D6F-C47F9A2C4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6167F-330F-DB75-02A7-20E330ECC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3E8685-9198-4D07-9F37-BFF843A76B8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01669-343D-EE9F-28DD-62177B609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A5B5D-BBCA-F4BB-F631-23C7D1078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80C42-3BED-4239-9360-91FA52093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00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8433E-584F-24A5-2620-CEF5141C33F1}"/>
              </a:ext>
            </a:extLst>
          </p:cNvPr>
          <p:cNvSpPr txBox="1"/>
          <p:nvPr/>
        </p:nvSpPr>
        <p:spPr>
          <a:xfrm>
            <a:off x="127000" y="1270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/>
              <a:t>Cropped: 12.5% each side</a:t>
            </a:r>
          </a:p>
        </p:txBody>
      </p:sp>
      <p:pic>
        <p:nvPicPr>
          <p:cNvPr id="4" name="CroppedPic">
            <a:extLst>
              <a:ext uri="{FF2B5EF4-FFF2-40B4-BE49-F238E27FC236}">
                <a16:creationId xmlns:a16="http://schemas.microsoft.com/office/drawing/2014/main" id="{DE38B5C9-BD6A-92EF-BB51-9552F1E6C0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7" t="24997" r="24997" b="24997"/>
          <a:stretch>
            <a:fillRect/>
          </a:stretch>
        </p:blipFill>
        <p:spPr>
          <a:xfrm>
            <a:off x="3492367" y="1650867"/>
            <a:ext cx="1905260" cy="190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2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79EC64-4CCF-7418-1D77-7B2B30EDDEFC}"/>
              </a:ext>
            </a:extLst>
          </p:cNvPr>
          <p:cNvSpPr txBox="1"/>
          <p:nvPr/>
        </p:nvSpPr>
        <p:spPr>
          <a:xfrm>
            <a:off x="127000" y="1270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/>
              <a:t>Grayscale</a:t>
            </a:r>
          </a:p>
        </p:txBody>
      </p:sp>
      <p:pic>
        <p:nvPicPr>
          <p:cNvPr id="4" name="GrayscalePic">
            <a:extLst>
              <a:ext uri="{FF2B5EF4-FFF2-40B4-BE49-F238E27FC236}">
                <a16:creationId xmlns:a16="http://schemas.microsoft.com/office/drawing/2014/main" id="{F99B3DC0-C3DF-2AAA-6CBB-191DBBD1524C}"/>
              </a:ext>
            </a:extLst>
          </p:cNvPr>
          <p:cNvPicPr>
            <a:picLocks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698500"/>
            <a:ext cx="3556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3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762DA4-4CCE-A22D-F658-4798A9EEF47C}"/>
              </a:ext>
            </a:extLst>
          </p:cNvPr>
          <p:cNvSpPr txBox="1"/>
          <p:nvPr/>
        </p:nvSpPr>
        <p:spPr>
          <a:xfrm>
            <a:off x="127000" y="127000"/>
            <a:ext cx="889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/>
              <a:t>Brightness+Contrast adjusted</a:t>
            </a:r>
          </a:p>
        </p:txBody>
      </p:sp>
      <p:pic>
        <p:nvPicPr>
          <p:cNvPr id="4" name="BrightContrastPic">
            <a:extLst>
              <a:ext uri="{FF2B5EF4-FFF2-40B4-BE49-F238E27FC236}">
                <a16:creationId xmlns:a16="http://schemas.microsoft.com/office/drawing/2014/main" id="{A3BE540D-7895-9E71-88A3-E15CA224472D}"/>
              </a:ext>
            </a:extLst>
          </p:cNvPr>
          <p:cNvPicPr>
            <a:picLocks/>
          </p:cNvPicPr>
          <p:nvPr/>
        </p:nvPicPr>
        <p:blipFill>
          <a:blip r:embed="rId2">
            <a:lum bright="30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698500"/>
            <a:ext cx="3556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1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2026-06-26T09:06:01Z</dcterms:created>
  <dcterms:modified xsi:type="dcterms:W3CDTF">2026-06-26T09:06:01Z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2026-06-26T09:06:01Z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5b51fcc3-71c4-4e82-a54c-bc343e3df2b8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