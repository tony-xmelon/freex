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356BD-60C2-6154-0737-35D699A8B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0C2BAB-520A-A077-1185-8104155F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A3A21-2647-7E07-7116-F313D752F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7BA80-EB0E-037A-A622-14B547271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2587F-826C-8E9C-B9D8-B42D4AD52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63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46D5A-2C96-16CE-2394-F2586118F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6577E-9C63-4E3B-CF69-DD44A35D0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474520-C465-228D-2349-4E7F318A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CF26F-4B21-2AFD-D8CA-15AA863FE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6EE3D8-4CF1-0DE3-B7C7-1A3DF5250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241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D706-9C10-991B-47F3-FC236F8B2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70FF4E-59C9-E6FA-14F5-A896C1860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B8D769-7BD1-07D5-3AB6-BCE719A76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7BACF-5AF5-E646-A4B6-92AC053EC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64518-3383-77FD-889D-9AE35D283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447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1B938-B77A-CFAE-59BA-2B2CFB4CF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B8B50-5F3C-A18E-BCCD-A577AB84B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8EE9BC-56AF-5531-B738-CD5414F7D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F63D1F-AF7B-CD14-615F-E2A002FDE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E7618-DCF2-AF76-F0FB-2CEBB6BE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F32142-A3BC-A7D5-8729-34914AE95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885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EDBE-FA57-6A31-EF62-A1B0E01C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E1BFA-D611-5E5C-1DD8-B72FD0B9E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6BB5DA-7840-10B5-2111-08B47BF9CA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DE6DE0-00D3-A2C5-69BC-0E3D22406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26CF6-C716-5131-DD4A-581F4C56B6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57F053-9520-E4CD-94BD-3ED34E0B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12B948-1C36-4211-6C63-D005A51CE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4F4629-A2DE-E697-DD11-E8BC09934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625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2B2A4-6053-5DAB-3E0D-968B0704C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E196FF-B72C-2C9E-CB7D-EBE7FAEDC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578769-715F-5D25-20F6-4BB79F60B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0A4DC2-75D3-1B14-7403-1E38DF127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35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79BC4A-D2C7-EDF6-C599-EB837C0C6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A1EACA-28A0-630B-CDAF-32F3634E9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98293-9304-9B2C-9413-DE1E07FEC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6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524B0-47F7-0973-B45B-09AD205C0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1868E-B4F8-B29D-CAF5-9B2828160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1F3431-7F43-7D33-2405-DF7D2D83E7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80C60-099B-1184-B4BD-1D4991BF8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73332F-45F4-5CEE-0065-F41245801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90EF47-E432-D97F-1ED1-6614AC34E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95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37C61-1D85-6055-6A85-1A070E4BE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7B5669-B9B6-B86B-C2ED-7B9A70381E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1BBFF-D8EF-45E5-9577-1807970166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C4C60E-15D4-5894-2FE8-5BC97C45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F633C6-EF1C-98DD-7C6E-A0ABAC148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20E07D-F7E8-D143-AD53-5018460BC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436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B8F3-ADF5-7A56-738C-014597440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89F8E1-51AD-09D4-EA86-97579C5CEA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70145C-9AD0-F87C-60D8-AD6E172BB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1AB03-1926-AC53-59D9-E6FF794E9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D9B61-D26D-466A-2C71-A90AC9193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057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4C8AF-7A06-9E3F-C891-C1B8EEAF2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34925F-01E3-87FE-AD0F-8025DAF22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AEEDF-478D-13A7-D4DE-D4F13F929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3877E-3452-FA79-D835-403947352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D0429-5ED9-C8E8-7A61-1A40A7203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914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ABCCDD-2286-FD10-D4A1-B856482E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817FB-7868-B193-655A-27317A645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30087-3AC1-C79F-A5A6-34DA3283B0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2AB204-8260-40C3-AB77-D365BA5872E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EA638-D2BF-7E7F-410A-6E7100C1A1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4B1CD-F36B-1A50-8330-D9655EF4B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2C5F40-C9F2-4D97-A957-83DC834DB8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66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AF9DE3C8-8AA0-E6F2-1DD8-ED678FDBC292}"/>
              </a:ext>
            </a:extLst>
          </p:cNvPr>
          <p:cNvSpPr/>
          <p:nvPr/>
        </p:nvSpPr>
        <p:spPr>
          <a:xfrm>
            <a:off x="381000" y="381000"/>
            <a:ext cx="2286000" cy="152400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3" name="RoundedRect">
            <a:extLst>
              <a:ext uri="{FF2B5EF4-FFF2-40B4-BE49-F238E27FC236}">
                <a16:creationId xmlns:a16="http://schemas.microsoft.com/office/drawing/2014/main" id="{C31A9AF4-4930-7B72-4C33-633445318542}"/>
              </a:ext>
            </a:extLst>
          </p:cNvPr>
          <p:cNvSpPr/>
          <p:nvPr/>
        </p:nvSpPr>
        <p:spPr>
          <a:xfrm>
            <a:off x="3175000" y="381000"/>
            <a:ext cx="2286000" cy="1524000"/>
          </a:xfrm>
          <a:prstGeom prst="roundRect">
            <a:avLst/>
          </a:prstGeom>
          <a:solidFill>
            <a:schemeClr val="accent2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RoundedRect</a:t>
            </a:r>
          </a:p>
        </p:txBody>
      </p:sp>
      <p:sp>
        <p:nvSpPr>
          <p:cNvPr id="4" name="Ellipse">
            <a:extLst>
              <a:ext uri="{FF2B5EF4-FFF2-40B4-BE49-F238E27FC236}">
                <a16:creationId xmlns:a16="http://schemas.microsoft.com/office/drawing/2014/main" id="{7EBF5E8C-0D7B-585C-0C1B-61C26EF60985}"/>
              </a:ext>
            </a:extLst>
          </p:cNvPr>
          <p:cNvSpPr/>
          <p:nvPr/>
        </p:nvSpPr>
        <p:spPr>
          <a:xfrm>
            <a:off x="381000" y="2540000"/>
            <a:ext cx="2286000" cy="152400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Chevron">
            <a:extLst>
              <a:ext uri="{FF2B5EF4-FFF2-40B4-BE49-F238E27FC236}">
                <a16:creationId xmlns:a16="http://schemas.microsoft.com/office/drawing/2014/main" id="{0F080708-13F1-FBB1-4B89-83569527DDC0}"/>
              </a:ext>
            </a:extLst>
          </p:cNvPr>
          <p:cNvSpPr/>
          <p:nvPr/>
        </p:nvSpPr>
        <p:spPr>
          <a:xfrm>
            <a:off x="3175000" y="2540000"/>
            <a:ext cx="2286000" cy="1524000"/>
          </a:xfrm>
          <a:prstGeom prst="chevron">
            <a:avLst/>
          </a:prstGeom>
          <a:solidFill>
            <a:schemeClr val="accent4"/>
          </a:solidFill>
          <a:ln w="19050"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Chevron</a:t>
            </a:r>
          </a:p>
        </p:txBody>
      </p:sp>
    </p:spTree>
    <p:extLst>
      <p:ext uri="{BB962C8B-B14F-4D97-AF65-F5344CB8AC3E}">
        <p14:creationId xmlns:p14="http://schemas.microsoft.com/office/powerpoint/2010/main" val="2155703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2026-06-25T09:04:24Z</dcterms:created>
  <dcterms:modified xsi:type="dcterms:W3CDTF">2026-06-25T09:04:24Z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2026-06-25T09:04:24Z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f909edf5-78c6-4321-81d3-26d676567117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