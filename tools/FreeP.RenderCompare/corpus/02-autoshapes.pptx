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3403-274D-E9C7-076A-42937A111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0DC28-B2C1-2512-315E-2B0046C7D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6D9D4-682D-EC97-7C38-F195AD59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D5D-4F67-E229-1DC7-6ED3757F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29FA-1E01-EA46-A7F5-B7E1801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7FF8-032D-2A75-E170-110FC49E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D1D6-4976-217E-B880-6F155F336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80DD4-7691-D0EA-5EB5-0FC74831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25E7-FAB1-5ABE-ABD9-F5BFEC61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6451-6BC8-2259-F7B1-7336CD48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7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BCCC-D035-3021-175A-1A11A000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5D38-B1C7-E418-1CF6-A69BC9E9A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49F1-6CC8-9004-DC92-212D7186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E95BB-E282-0EA5-D6E4-1CC0B2AF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B2DD5-6FF1-3B9B-D078-B791EFC9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5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362-4E7F-AC5E-FEF7-6901768C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A5E9-913A-383F-5467-9E654184B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CB14-DEBB-209B-BE34-CC3BD0FC4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A1A0D-E6C0-44BD-2C44-0129EF25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30459-1717-B8E3-F3E7-BE04E8AF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9AA67-D873-D21D-B56D-78B08122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39EB-3EAC-758C-189C-8528C58D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BC6E8-0A80-AA71-CC8F-92D1478E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0A32E-45D2-6A37-02AC-4786F9E43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A6614-FD86-526E-3753-CED67EAEB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F236D-159C-71B0-A284-79D72105E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024BE-F2FE-6F94-68F7-D9A724CF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A05B9-8437-3031-CA2A-6790FB77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1AC87-B782-3148-2208-D1803BC0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5EEA-814A-6B51-5C1C-18F82F02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7C319-E16A-0A94-AF07-1FAE20D6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7D5DF-8C00-E4C0-6745-4F478058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7936-67BA-F4C1-AC6B-FE39D4BF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AAEB-E18A-8B64-3550-E5937916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2B057-9A20-0CC4-8AE7-DB9F85E3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4156-2013-A8C7-9C5E-BA93C17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6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8B2-1510-B518-52A6-C73EC423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3172-85D5-930E-BD92-2E56A61C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2D63-39EA-2047-5670-BFE64A72E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91B6D-B180-084D-CBE6-26CCA85D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F1F31-F4D0-EAA0-A7A9-9CB240D5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04401-60D2-749B-0134-9FD41985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428F-1077-1C13-51D9-AB8FB9E1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E5119-DA65-CE51-6674-D4E6F2F20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19162-16E6-90E3-16D6-90010D55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788F9-7F9C-6742-BEFB-9831E0E0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039E-56D7-6699-9185-00F64077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A7651-3EF0-5AB5-BBCA-D62D1635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9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0A40-46BA-5EEA-6462-0FED9062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CECD4-6C3D-94CE-F728-CD32AA3F5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66E68-384E-074C-0FD3-3D85C74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8928-C4D5-3F7E-BB22-3A56BC7F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5463A-8B74-6AE7-7008-1F96CBD1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6D7F2-BAE6-A64A-6743-9E412567E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4BBCA-4CCA-C4FE-10E7-C54B9BA74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AD78D-AD55-D77C-2C59-3A8E0D16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4016E-1F6C-134D-AA39-B51CEAB7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A0EE5-2223-1D70-E81A-4FCE377B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5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CC850-F4F2-CFA2-7A88-BD7D84F3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B77B1-A9F6-F147-5275-CD3D9F05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60D5-B181-48E9-5174-2E30234CD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55513-32E3-B617-046A-92E5E3D9A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F5D45-7515-C8A7-CDC7-92655F35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4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629FFA4-0063-5B7F-F938-97B7D6228A80}"/>
              </a:ext>
            </a:extLst>
          </p:cNvPr>
          <p:cNvSpPr/>
          <p:nvPr/>
        </p:nvSpPr>
        <p:spPr>
          <a:xfrm>
            <a:off x="381000" y="381000"/>
            <a:ext cx="2286000" cy="1524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3" name="RoundedRect">
            <a:extLst>
              <a:ext uri="{FF2B5EF4-FFF2-40B4-BE49-F238E27FC236}">
                <a16:creationId xmlns:a16="http://schemas.microsoft.com/office/drawing/2014/main" id="{AC799BD3-F87D-9AB5-A7B2-5F50DD06484A}"/>
              </a:ext>
            </a:extLst>
          </p:cNvPr>
          <p:cNvSpPr/>
          <p:nvPr/>
        </p:nvSpPr>
        <p:spPr>
          <a:xfrm>
            <a:off x="3175000" y="381000"/>
            <a:ext cx="2286000" cy="152400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RoundedRect</a:t>
            </a:r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79BC7A98-192D-1AEA-753C-BADDEE981645}"/>
              </a:ext>
            </a:extLst>
          </p:cNvPr>
          <p:cNvSpPr/>
          <p:nvPr/>
        </p:nvSpPr>
        <p:spPr>
          <a:xfrm>
            <a:off x="381000" y="2540000"/>
            <a:ext cx="2286000" cy="15240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5" name="Chevron">
            <a:extLst>
              <a:ext uri="{FF2B5EF4-FFF2-40B4-BE49-F238E27FC236}">
                <a16:creationId xmlns:a16="http://schemas.microsoft.com/office/drawing/2014/main" id="{3DA4108A-3F91-ABFD-3D0D-868A37DCC5F1}"/>
              </a:ext>
            </a:extLst>
          </p:cNvPr>
          <p:cNvSpPr/>
          <p:nvPr/>
        </p:nvSpPr>
        <p:spPr>
          <a:xfrm>
            <a:off x="3175000" y="2540000"/>
            <a:ext cx="2286000" cy="1524000"/>
          </a:xfrm>
          <a:prstGeom prst="chevron">
            <a:avLst/>
          </a:prstGeom>
          <a:solidFill>
            <a:schemeClr val="accent4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Chevron</a:t>
            </a:r>
          </a:p>
        </p:txBody>
      </p:sp>
    </p:spTree>
    <p:extLst>
      <p:ext uri="{BB962C8B-B14F-4D97-AF65-F5344CB8AC3E}">
        <p14:creationId xmlns:p14="http://schemas.microsoft.com/office/powerpoint/2010/main" val="74229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2026-06-25T23:15:54Z</dcterms:created>
  <dcterms:modified xsi:type="dcterms:W3CDTF">2026-06-25T23:15:54Z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2026-06-25T23:15:54Z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a250dfbd-b6f1-4966-96b5-fb3b9aa1ca0d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