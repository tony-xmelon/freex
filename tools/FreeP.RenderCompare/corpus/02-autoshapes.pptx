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FC4EF-4EC2-892F-64FF-ED6D2DCDB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9B4CA5-B443-441B-2A95-407B987A99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9DFD3-4581-DF8F-90CB-52F2360EE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E8893-DC20-BFA8-F133-84537C425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07B92-4268-1634-9F9D-8C13E54E2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610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15EFC-3C1D-256B-0EDA-76018AB24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06F31-A33D-D469-2C54-0736A217E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5DA0D-F749-7782-FAF3-1AEF5609F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67E97-38D7-8B2B-E613-027794A26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AD76A-5569-7AAC-5018-54D000124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06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04DD1-C83A-EAD0-1416-F3DF404A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EC3D3-30B5-C7C9-6C12-6BBCD33E8B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F1980-DC4D-51F2-1016-C960C2FA5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641C4-CB4A-593B-6F72-C9E985A1E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DCD16-610D-484A-41ED-03910B48E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111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40B17-B810-B0FB-C23E-43778CD46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783FC-A5DC-310B-022B-9DA0C78A6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B02696-E950-4B84-F116-BF2C427101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730174-B3A2-7824-B54C-81397526F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EDAB92-5D08-A583-70B5-5F1D6918C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4486D-1D68-58BC-A5BC-7ABA00463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650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D87C2-89E0-9E08-D453-E7356462A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2B6E93-A223-9D72-A999-104F50265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5FFC1-17EA-42D7-DBC8-4E13C7061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804756-4CD3-5704-66A3-A4E90E434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76E87-8CEC-B338-076C-1D586EDB29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26E132-66D8-A9D8-C6D9-9CBDDB0B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D019E5-FFEC-88B0-B274-3D0A16BA2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108B91-7895-C341-2949-8FEDE543A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658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1BBED-83B9-82F3-BF99-3238D0AA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6CB48D-D59A-5056-E812-BD7D069B7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DC3E1A-6C01-C623-009A-BCAEA392F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273277-75C2-5011-03B4-A8B4F0C93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589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837290-D028-ED0B-CDA6-1E1179D2D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405762-9B64-46F9-8B3B-04D7478A5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40E45-0A96-BDFB-3938-1BB2EB2D8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035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88BCB-A192-55BC-CEAE-2DC55A4D3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A1D11-4080-F542-BB32-41061E942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605AD-9D02-2BB5-0D7F-649C3096EF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9AF28-F625-3047-67FB-D221541BB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222984-0ABE-11F5-20FC-4C6660D4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31D549-AF32-398E-19A4-69E77A5B9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657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4ABFB-115B-A942-EA71-CDD0E31DC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EE0104-AE67-981E-DB21-FE51E02E39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DA1379-A98B-6642-56CE-356221B181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08F93-2262-B276-A523-DCEC8EDA5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D174B-9364-6277-3B8C-C91BB1AF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C87DF9-8C62-17FD-E68D-1B203CB35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25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408F-7538-64AD-8E51-B089243FE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4D385-FCB6-D1C5-1FF2-566658763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330F1-3AC9-2785-9EE0-19DA79910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23302-EA8E-73D8-8109-D4FEB8DE7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74D07-3C31-9081-69D3-6C8E346C6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143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C31459-194A-9EAB-30B0-4C2FA8CFF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92118-466F-83BF-430F-C6184D1A83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31CFF-35F1-B6E9-684B-0539715E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41D74-7F32-D7AD-3B30-3CCBFB665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29B7D-3794-C58E-1A06-E11A69D4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413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091529-7832-C22A-9AE3-2ABCA210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8F4FFC-DE73-CF7A-160B-777BF6988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277EE-D041-BFAD-854A-B2782023AE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02B2AD-5CC1-4E7A-A146-BC9782E3E62B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E3FA5-8F66-1200-12DB-97DE3A8A3B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2AF58-3384-8B58-E6EF-4541B6735B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03AEAB-6DBA-4094-9DB7-716E868279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30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5F1360F0-58A4-A2EE-EEC3-300A2BB982CC}"/>
              </a:ext>
            </a:extLst>
          </p:cNvPr>
          <p:cNvSpPr/>
          <p:nvPr/>
        </p:nvSpPr>
        <p:spPr>
          <a:xfrm>
            <a:off x="381000" y="381000"/>
            <a:ext cx="2286000" cy="152400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3" name="RoundedRect">
            <a:extLst>
              <a:ext uri="{FF2B5EF4-FFF2-40B4-BE49-F238E27FC236}">
                <a16:creationId xmlns:a16="http://schemas.microsoft.com/office/drawing/2014/main" id="{3DE75BC3-19B5-0413-2CBC-070F9F25F7F9}"/>
              </a:ext>
            </a:extLst>
          </p:cNvPr>
          <p:cNvSpPr/>
          <p:nvPr/>
        </p:nvSpPr>
        <p:spPr>
          <a:xfrm>
            <a:off x="3175000" y="381000"/>
            <a:ext cx="2286000" cy="1524000"/>
          </a:xfrm>
          <a:prstGeom prst="roundRect">
            <a:avLst/>
          </a:prstGeom>
          <a:solidFill>
            <a:schemeClr val="accent2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RoundedRect</a:t>
            </a:r>
          </a:p>
        </p:txBody>
      </p:sp>
      <p:sp>
        <p:nvSpPr>
          <p:cNvPr id="4" name="Ellipse">
            <a:extLst>
              <a:ext uri="{FF2B5EF4-FFF2-40B4-BE49-F238E27FC236}">
                <a16:creationId xmlns:a16="http://schemas.microsoft.com/office/drawing/2014/main" id="{EE0B69DF-C4A4-C6F7-BEFE-686AB4ECC5B7}"/>
              </a:ext>
            </a:extLst>
          </p:cNvPr>
          <p:cNvSpPr/>
          <p:nvPr/>
        </p:nvSpPr>
        <p:spPr>
          <a:xfrm>
            <a:off x="381000" y="2540000"/>
            <a:ext cx="2286000" cy="152400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Chevron">
            <a:extLst>
              <a:ext uri="{FF2B5EF4-FFF2-40B4-BE49-F238E27FC236}">
                <a16:creationId xmlns:a16="http://schemas.microsoft.com/office/drawing/2014/main" id="{F1517A8D-A975-7C1B-7619-0D2021C1953C}"/>
              </a:ext>
            </a:extLst>
          </p:cNvPr>
          <p:cNvSpPr/>
          <p:nvPr/>
        </p:nvSpPr>
        <p:spPr>
          <a:xfrm>
            <a:off x="3175000" y="2540000"/>
            <a:ext cx="2286000" cy="1524000"/>
          </a:xfrm>
          <a:prstGeom prst="chevron">
            <a:avLst/>
          </a:prstGeom>
          <a:solidFill>
            <a:schemeClr val="accent4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Chevron</a:t>
            </a:r>
          </a:p>
        </p:txBody>
      </p:sp>
    </p:spTree>
    <p:extLst>
      <p:ext uri="{BB962C8B-B14F-4D97-AF65-F5344CB8AC3E}">
        <p14:creationId xmlns:p14="http://schemas.microsoft.com/office/powerpoint/2010/main" val="322178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2026-06-25T14:20:20Z</dcterms:created>
  <dcterms:modified xsi:type="dcterms:W3CDTF">2026-06-25T14:20:20Z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2026-06-25T14:20:20Z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e3d15d0b-e1cc-498e-aef7-d562d51c2784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