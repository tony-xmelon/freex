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D49D4-8CE2-24B5-01FD-C1677306E7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24BA82-D8F6-2526-232F-D99740689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5D9985-FE9C-B61E-3A9A-20322C685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939D74-74FC-5B34-6A7D-6A31E0755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E6B8B-103F-5158-294F-133D1A17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46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A99FD-FC6E-0F9B-D636-622F256E2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39C2D-2132-C063-747F-56F30C310B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7DEA9-4920-DEE8-1137-1CCBF1263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997B9-E5C1-FB38-4A77-65CF0A526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53BFE-62AD-6C99-BE6C-2CA190CEE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510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09A18-5E68-6DB0-612B-E7F0CC00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B5742B-031D-005F-D980-47A24D6D8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48A55-40D6-8AEB-B669-4A3B46CF6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F8547-2D07-93D7-2605-7FB314E3B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9BB36E-42B3-B205-1886-B4695C46D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07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7C078-E9AB-A2FA-3F89-9D9E561BA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75D5D-94B1-E244-45CC-1B9A4DC8B3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420CE8-EC7B-F18F-C7F2-6F00FFDD5D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C81661-171B-A279-3682-C6544CF2E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425C3-5303-8296-6A8D-6CB3E8792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A5B86-F089-D1F4-04FB-285FC706F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55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9B9F5-2F57-FAAA-4029-8DB60019B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B434E2-3635-369C-C26F-DFBF839C4E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9A6DBC-6FFB-55C1-41E6-2E60E7B4A6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F5A78D-952F-C768-4DBC-6C5BEA1795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6DA88A-45D0-E816-419B-FADF03613B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68AB12-FE72-7B7A-66AE-C9FF9D1E2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E0CBBF-1750-8887-4069-1C828564B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2CB143-B3DD-61BB-4B19-A2F6BA3B6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53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381AD-2D09-A2C1-667B-52B972DFD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95B4AC-0BF1-9C64-FAF4-0BC5567BA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4974-48D1-02F1-0A95-7080EAFC5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6203E2-E9DE-05ED-E82F-8C017789F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282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D0A48C-CC22-8F13-362E-AFA0926E3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72F4AD-3BF8-8743-D256-5A9A101A5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0498F1-337D-3606-D618-B78EB699E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26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B0F46-FC5D-C240-E5B5-5E132A3DD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1F0BB6-E56F-F39E-AB6E-7AC08009C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61B8A-5531-C47C-FC82-EF8781AEF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68C055-CC7E-963F-04F4-2CE602095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7F6A78-A209-1B40-0EF3-2076C3FB2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DB90E6-CD90-2FC6-8401-2478AD81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47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0EC8-DC29-AA73-EB35-637310434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1D06E3-2F05-D56E-03D9-BE2E05E592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E4C63-0376-6929-1C58-3012CFD89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EA35AC-F97A-A400-5E13-D0C05D5F2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0ACAE1-81F9-8CAD-1C5F-59B59848D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2790D-A1A4-20DD-8E43-4BE05950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20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F741A-F36C-3FD8-B4FB-0A1BF990B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639EB9-2A5A-15A5-A07E-7E200F014B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02C54-6BCA-1CDD-538A-6B5253797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90C14-0496-284E-5A58-E4CE19639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6C7EC9-57EF-FDC7-6C1C-E4AE8CA83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391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1FACCA-B748-4BDD-D74E-1794070CC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A9458A-4BF0-284B-4139-A87D4FC33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74E148-183C-F11A-5033-5503C453C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DD32F-A638-A9AC-CE93-E2DB75915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3299B-C849-1CB4-2897-497C2FCD0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234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91327-6365-1B29-F76B-3C282E9B9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7A9037-A8E0-A8D8-F173-A0AC5E466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DA2A7-053F-F729-ED4C-E7532EEA9A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285AA2-A1C5-41B4-8ADF-267E3E4B1679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2CA81-18E4-AD18-F809-2823938E3E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752DF-0691-D02A-7A9B-40F1FBE44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220CC8-2F38-4218-9C39-EDF876764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743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>
            <a:extLst>
              <a:ext uri="{FF2B5EF4-FFF2-40B4-BE49-F238E27FC236}">
                <a16:creationId xmlns:a16="http://schemas.microsoft.com/office/drawing/2014/main" id="{9F3812C2-FAAD-3F6E-9022-DC3ED0DFF0C5}"/>
              </a:ext>
            </a:extLst>
          </p:cNvPr>
          <p:cNvSpPr/>
          <p:nvPr/>
        </p:nvSpPr>
        <p:spPr>
          <a:xfrm>
            <a:off x="381000" y="381000"/>
            <a:ext cx="2286000" cy="152400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3" name="RoundedRect">
            <a:extLst>
              <a:ext uri="{FF2B5EF4-FFF2-40B4-BE49-F238E27FC236}">
                <a16:creationId xmlns:a16="http://schemas.microsoft.com/office/drawing/2014/main" id="{1777266B-F8AC-F314-406E-79E2FBE6C5E6}"/>
              </a:ext>
            </a:extLst>
          </p:cNvPr>
          <p:cNvSpPr/>
          <p:nvPr/>
        </p:nvSpPr>
        <p:spPr>
          <a:xfrm>
            <a:off x="3175000" y="381000"/>
            <a:ext cx="2286000" cy="1524000"/>
          </a:xfrm>
          <a:prstGeom prst="roundRect">
            <a:avLst/>
          </a:prstGeom>
          <a:solidFill>
            <a:schemeClr val="accent2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RoundedRect</a:t>
            </a:r>
          </a:p>
        </p:txBody>
      </p:sp>
      <p:sp>
        <p:nvSpPr>
          <p:cNvPr id="4" name="Ellipse">
            <a:extLst>
              <a:ext uri="{FF2B5EF4-FFF2-40B4-BE49-F238E27FC236}">
                <a16:creationId xmlns:a16="http://schemas.microsoft.com/office/drawing/2014/main" id="{9C7624CD-BEE9-A9C3-3B10-CDDC87B4763B}"/>
              </a:ext>
            </a:extLst>
          </p:cNvPr>
          <p:cNvSpPr/>
          <p:nvPr/>
        </p:nvSpPr>
        <p:spPr>
          <a:xfrm>
            <a:off x="381000" y="2540000"/>
            <a:ext cx="2286000" cy="152400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Chevron">
            <a:extLst>
              <a:ext uri="{FF2B5EF4-FFF2-40B4-BE49-F238E27FC236}">
                <a16:creationId xmlns:a16="http://schemas.microsoft.com/office/drawing/2014/main" id="{C2A79F3E-E6AE-24E1-2796-13137FC48D01}"/>
              </a:ext>
            </a:extLst>
          </p:cNvPr>
          <p:cNvSpPr/>
          <p:nvPr/>
        </p:nvSpPr>
        <p:spPr>
          <a:xfrm>
            <a:off x="3175000" y="2540000"/>
            <a:ext cx="2286000" cy="1524000"/>
          </a:xfrm>
          <a:prstGeom prst="chevron">
            <a:avLst/>
          </a:prstGeom>
          <a:solidFill>
            <a:schemeClr val="accent4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Chevron</a:t>
            </a:r>
          </a:p>
        </p:txBody>
      </p:sp>
    </p:spTree>
    <p:extLst>
      <p:ext uri="{BB962C8B-B14F-4D97-AF65-F5344CB8AC3E}">
        <p14:creationId xmlns:p14="http://schemas.microsoft.com/office/powerpoint/2010/main" val="3508049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2026-06-25T17:06:31Z</dcterms:created>
  <dcterms:modified xsi:type="dcterms:W3CDTF">2026-06-25T17:06:31Z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2026-06-25T17:06:31Z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1fb60ab2-5229-4252-bc46-b3d6b7a7d8b7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