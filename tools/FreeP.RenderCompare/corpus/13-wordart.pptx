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90357-C765-87E7-2300-0055B7C317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7170C8-530C-F556-9038-786FB1752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98F11-4B3E-7160-E173-DCDEFA25B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F3BB6-3248-42D5-AC89-D6C327A6E1CF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E2334-77A9-E217-093F-771A70783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F12CD-4C86-4AB8-40B7-CAB45CEE8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F7A8C-AFF1-45C9-B58F-F5FEA5E00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674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20625-0B79-E991-8B02-80FEBF494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A83CF-6E4C-0DF0-DAD2-C8E4751C4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83A0B-AAD5-E912-3AD9-1BD8FB4FF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F3BB6-3248-42D5-AC89-D6C327A6E1CF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B0CFE-0861-E989-E1E9-01E865592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D3415-E073-4F48-EF26-0F88E82CB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F7A8C-AFF1-45C9-B58F-F5FEA5E00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164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FE6EA-B6BE-B5DB-0E74-FC584EE73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7F818A-B24E-6D6F-17AC-8FE33DFDA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B4F0F-7ED7-302A-98AA-FA295113E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F3BB6-3248-42D5-AC89-D6C327A6E1CF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A2815-882A-C3AC-BF75-8D3AE691D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998D1-4B53-E21B-2CA6-B7617E76A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F7A8C-AFF1-45C9-B58F-F5FEA5E00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955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8F37B-F66C-FBDB-2331-1C94783A7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454C7-431D-D7EB-3D12-08A992E639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B70D5-2602-48CD-63BF-EC4FC95F4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C5413A-3A3A-B22F-AC03-DB11069D0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F3BB6-3248-42D5-AC89-D6C327A6E1CF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3E8002-E02F-72A1-AC7E-77AE8D951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DFCF2F-135D-97D4-5DBD-368CAC81F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F7A8C-AFF1-45C9-B58F-F5FEA5E00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702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23774-E649-36D4-E2F8-E1EDA377F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C83D7B-6553-9090-D7E1-EED0B7D58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7A507C-64B4-3D91-9765-8D9AC3BD80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7E4D46-96B7-B061-A5F1-AF5B4877E7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DA2F8C-9B00-E353-B73A-F155B0CDE0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0F6841-400C-9EC4-8D9D-FFD65E9BE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F3BB6-3248-42D5-AC89-D6C327A6E1CF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478C83-5D70-8142-7D08-E053AB2CA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B6129B-0A88-6912-8AE8-E8A7F31EA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F7A8C-AFF1-45C9-B58F-F5FEA5E00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112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821C3-955D-40E5-4A81-9ECA0D652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47741A-703D-A288-2A53-6063F9369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F3BB6-3248-42D5-AC89-D6C327A6E1CF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5644F1-F1F2-42C0-53F2-5D1FF6113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6AECB9-A8C6-20E3-8AC0-B7C468E82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F7A8C-AFF1-45C9-B58F-F5FEA5E00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904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1E880C-1824-DC59-E3A3-B816CC006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F3BB6-3248-42D5-AC89-D6C327A6E1CF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B0489E-2EEC-9682-A07E-5F468592E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BF1CFE-3E09-3A3A-11D7-D2C97F74F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F7A8C-AFF1-45C9-B58F-F5FEA5E00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279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2927A-7CAB-0DC8-857D-0498122A6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1EB11-AABE-87F6-576A-CA831ED53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476C2D-1FC6-2328-342F-5122C1F507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432779-F374-8C25-92C6-730E9ABB2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F3BB6-3248-42D5-AC89-D6C327A6E1CF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180A05-A3CA-9A73-9885-6F3CDDBEF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954D6E-D2F8-3E12-502E-6DCED3986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F7A8C-AFF1-45C9-B58F-F5FEA5E00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4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74195-FE76-0DC5-91B0-6C23D85CA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C6289D-BA34-AECB-5B0A-99F2F8BB15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B0FE33-EA31-0E77-5932-AD802E0D6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302F9B-AF69-21D2-F8FE-5F83A82D9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F3BB6-3248-42D5-AC89-D6C327A6E1CF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D5F292-0E36-477B-F7C9-3E29C81F1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B20982-1B12-3BB4-71EE-F9648F73C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F7A8C-AFF1-45C9-B58F-F5FEA5E00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071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57D0D-BE92-2C50-B4EC-4F8A9C013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0CC2FC-EDAC-E703-C20D-F9FFF513B8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E72DD-42B6-87CB-219D-BEFB8A09E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F3BB6-3248-42D5-AC89-D6C327A6E1CF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0D603-53F9-9D2C-8C9E-77B8B6AAF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B492C-35EF-A86B-4E56-BAE1B7E90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F7A8C-AFF1-45C9-B58F-F5FEA5E00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646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487B50-8535-3682-1433-A53C7630DC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7DE30E-F8ED-6916-E601-A8A55FEFBD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0C862-67B8-2968-3BA4-F3E0B764F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F3BB6-3248-42D5-AC89-D6C327A6E1CF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8C836-9DE6-8508-C6F0-0AC0EB962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40A6D-E131-8D7C-9252-999C8B078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F7A8C-AFF1-45C9-B58F-F5FEA5E00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99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CAB620-907E-1BAF-E714-CF1606C92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26CD22-D92C-F62E-DAE8-27C92943A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63DED-4092-3A3E-1FD3-249D85A521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3F3BB6-3248-42D5-AC89-D6C327A6E1CF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FA6C4-D3AB-240A-26DB-A27F82E43A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37076-AB89-0EA2-E905-B0C1D28BE7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0F7A8C-AFF1-45C9-B58F-F5FEA5E00D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029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A47393-25E7-32A8-19D2-7384C2BB573E}"/>
              </a:ext>
            </a:extLst>
          </p:cNvPr>
          <p:cNvSpPr txBox="1"/>
          <p:nvPr/>
        </p:nvSpPr>
        <p:spPr>
          <a:xfrm>
            <a:off x="254000" y="101600"/>
            <a:ext cx="1143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/>
              <a:t>WordArt / Text Effects</a:t>
            </a:r>
          </a:p>
        </p:txBody>
      </p:sp>
      <p:sp>
        <p:nvSpPr>
          <p:cNvPr id="3" name="GradText">
            <a:extLst>
              <a:ext uri="{FF2B5EF4-FFF2-40B4-BE49-F238E27FC236}">
                <a16:creationId xmlns:a16="http://schemas.microsoft.com/office/drawing/2014/main" id="{F54EC6A1-A320-A60B-1C80-C591E003FE83}"/>
              </a:ext>
            </a:extLst>
          </p:cNvPr>
          <p:cNvSpPr txBox="1"/>
          <p:nvPr/>
        </p:nvSpPr>
        <p:spPr>
          <a:xfrm>
            <a:off x="508000" y="635000"/>
            <a:ext cx="4826000" cy="769441"/>
          </a:xfrm>
          <a:prstGeom prst="rect">
            <a:avLst/>
          </a:prstGeom>
          <a:gradFill flip="none" rotWithShape="1">
            <a:gsLst>
              <a:gs pos="0">
                <a:srgbClr val="0066FF"/>
              </a:gs>
              <a:gs pos="100000">
                <a:srgbClr val="0000CC"/>
              </a:gs>
            </a:gsLst>
            <a:lin ang="5400000" scaled="1"/>
            <a:tileRect/>
          </a:gradFill>
        </p:spPr>
        <p:txBody>
          <a:bodyPr vert="horz" rtlCol="0">
            <a:spAutoFit/>
          </a:bodyPr>
          <a:lstStyle/>
          <a:p>
            <a:r>
              <a:rPr lang="en-US" sz="4400" b="1">
                <a:solidFill>
                  <a:srgbClr val="FFFFFF"/>
                </a:solidFill>
              </a:rPr>
              <a:t>Gradient Fill</a:t>
            </a:r>
          </a:p>
        </p:txBody>
      </p:sp>
      <p:sp>
        <p:nvSpPr>
          <p:cNvPr id="4" name="ShadowText">
            <a:extLst>
              <a:ext uri="{FF2B5EF4-FFF2-40B4-BE49-F238E27FC236}">
                <a16:creationId xmlns:a16="http://schemas.microsoft.com/office/drawing/2014/main" id="{9A49812D-CBD9-37FA-4E0B-872E6266984F}"/>
              </a:ext>
            </a:extLst>
          </p:cNvPr>
          <p:cNvSpPr txBox="1"/>
          <p:nvPr/>
        </p:nvSpPr>
        <p:spPr>
          <a:xfrm>
            <a:off x="5715000" y="635000"/>
            <a:ext cx="6096000" cy="707886"/>
          </a:xfrm>
          <a:prstGeom prst="rect">
            <a:avLst/>
          </a:prstGeom>
          <a:noFill/>
          <a:effectLst>
            <a:outerShdw blurRad="63500" dist="71842" dir="2700013" rotWithShape="0">
              <a:srgbClr val="404040">
                <a:alpha val="70000"/>
              </a:srgbClr>
            </a:outerShdw>
          </a:effectLst>
        </p:spPr>
        <p:txBody>
          <a:bodyPr vert="horz" rtlCol="0">
            <a:spAutoFit/>
          </a:bodyPr>
          <a:lstStyle/>
          <a:p>
            <a:r>
              <a:rPr lang="en-US" sz="4000" b="1">
                <a:solidFill>
                  <a:srgbClr val="C07000"/>
                </a:solidFill>
              </a:rPr>
              <a:t>Text Shadow</a:t>
            </a:r>
          </a:p>
        </p:txBody>
      </p:sp>
      <p:sp>
        <p:nvSpPr>
          <p:cNvPr id="5" name="OutlineText">
            <a:extLst>
              <a:ext uri="{FF2B5EF4-FFF2-40B4-BE49-F238E27FC236}">
                <a16:creationId xmlns:a16="http://schemas.microsoft.com/office/drawing/2014/main" id="{B655BF92-7581-8143-C529-BFCE60726161}"/>
              </a:ext>
            </a:extLst>
          </p:cNvPr>
          <p:cNvSpPr txBox="1"/>
          <p:nvPr/>
        </p:nvSpPr>
        <p:spPr>
          <a:xfrm>
            <a:off x="508000" y="2159000"/>
            <a:ext cx="4826000" cy="769441"/>
          </a:xfrm>
          <a:prstGeom prst="rect">
            <a:avLst/>
          </a:prstGeom>
          <a:noFill/>
          <a:ln w="19050">
            <a:solidFill>
              <a:srgbClr val="004000"/>
            </a:solidFill>
          </a:ln>
        </p:spPr>
        <p:txBody>
          <a:bodyPr vert="horz" rtlCol="0">
            <a:spAutoFit/>
          </a:bodyPr>
          <a:lstStyle/>
          <a:p>
            <a:r>
              <a:rPr lang="en-US" sz="4400" b="1">
                <a:solidFill>
                  <a:srgbClr val="50B000"/>
                </a:solidFill>
              </a:rPr>
              <a:t>Text Outline</a:t>
            </a:r>
          </a:p>
        </p:txBody>
      </p:sp>
      <p:sp>
        <p:nvSpPr>
          <p:cNvPr id="6" name="WarpArchUp">
            <a:extLst>
              <a:ext uri="{FF2B5EF4-FFF2-40B4-BE49-F238E27FC236}">
                <a16:creationId xmlns:a16="http://schemas.microsoft.com/office/drawing/2014/main" id="{FCE10551-8A6F-D11A-A27A-65165A2DD865}"/>
              </a:ext>
            </a:extLst>
          </p:cNvPr>
          <p:cNvSpPr/>
          <p:nvPr/>
        </p:nvSpPr>
        <p:spPr>
          <a:xfrm>
            <a:off x="6838583" y="2158999"/>
            <a:ext cx="3594830" cy="584775"/>
          </a:xfrm>
          <a:prstGeom prst="rect">
            <a:avLst/>
          </a:prstGeom>
          <a:solidFill>
            <a:srgbClr val="A03070"/>
          </a:solidFill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3200" b="1" cap="all" spc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 Black" panose="020B0A04020102020204" pitchFamily="34" charset="0"/>
              </a:rPr>
              <a:t>Arch Up Text</a:t>
            </a:r>
          </a:p>
        </p:txBody>
      </p:sp>
      <p:sp>
        <p:nvSpPr>
          <p:cNvPr id="7" name="WarpWave">
            <a:extLst>
              <a:ext uri="{FF2B5EF4-FFF2-40B4-BE49-F238E27FC236}">
                <a16:creationId xmlns:a16="http://schemas.microsoft.com/office/drawing/2014/main" id="{DE32E5AC-4DD0-A68F-2BA1-C7B248B401B1}"/>
              </a:ext>
            </a:extLst>
          </p:cNvPr>
          <p:cNvSpPr/>
          <p:nvPr/>
        </p:nvSpPr>
        <p:spPr>
          <a:xfrm>
            <a:off x="4720389" y="3682999"/>
            <a:ext cx="2497222" cy="584775"/>
          </a:xfrm>
          <a:prstGeom prst="rect">
            <a:avLst/>
          </a:prstGeom>
          <a:solidFill>
            <a:srgbClr val="0000C0"/>
          </a:solidFill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>
                <a:ln/>
                <a:solidFill>
                  <a:schemeClr val="accent4"/>
                </a:solidFill>
                <a:effectLst/>
                <a:latin typeface="Arial Black" panose="020B0A04020102020204" pitchFamily="34" charset="0"/>
              </a:rPr>
              <a:t>Wave Text</a:t>
            </a:r>
          </a:p>
        </p:txBody>
      </p:sp>
    </p:spTree>
    <p:extLst>
      <p:ext uri="{BB962C8B-B14F-4D97-AF65-F5344CB8AC3E}">
        <p14:creationId xmlns:p14="http://schemas.microsoft.com/office/powerpoint/2010/main" val="1208174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Arial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Krasimira Genova</dc:creator>
  <cp:lastModifiedBy>Krasimira Genova</cp:lastModifiedBy>
  <cp:revision>1</cp:revision>
  <dcterms:created xsi:type="dcterms:W3CDTF">2026-06-26T08:14:01Z</dcterms:created>
  <dcterms:modified xsi:type="dcterms:W3CDTF">2026-06-26T08:14:01Z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463cba9-5f6c-478d-9329-7b2295e4e8ed_Enabled">
    <vt:lpwstr>true</vt:lpwstr>
  </property>
  <property fmtid="{D5CDD505-2E9C-101B-9397-08002B2CF9AE}" pid="3" name="MSIP_Label_e463cba9-5f6c-478d-9329-7b2295e4e8ed_SetDate">
    <vt:lpwstr>2026-06-26T08:14:01Z</vt:lpwstr>
  </property>
  <property fmtid="{D5CDD505-2E9C-101B-9397-08002B2CF9AE}" pid="4" name="MSIP_Label_e463cba9-5f6c-478d-9329-7b2295e4e8ed_Method">
    <vt:lpwstr>Standard</vt:lpwstr>
  </property>
  <property fmtid="{D5CDD505-2E9C-101B-9397-08002B2CF9AE}" pid="5" name="MSIP_Label_e463cba9-5f6c-478d-9329-7b2295e4e8ed_Name">
    <vt:lpwstr>All Employees_2</vt:lpwstr>
  </property>
  <property fmtid="{D5CDD505-2E9C-101B-9397-08002B2CF9AE}" pid="6" name="MSIP_Label_e463cba9-5f6c-478d-9329-7b2295e4e8ed_SiteId">
    <vt:lpwstr>33440fc6-b7c7-412c-bb73-0e70b0198d5a</vt:lpwstr>
  </property>
  <property fmtid="{D5CDD505-2E9C-101B-9397-08002B2CF9AE}" pid="7" name="MSIP_Label_e463cba9-5f6c-478d-9329-7b2295e4e8ed_ActionId">
    <vt:lpwstr>f4f17ca6-c8e1-461c-8fa2-7d090ad651cb</vt:lpwstr>
  </property>
  <property fmtid="{D5CDD505-2E9C-101B-9397-08002B2CF9AE}" pid="8" name="MSIP_Label_e463cba9-5f6c-478d-9329-7b2295e4e8ed_ContentBits">
    <vt:lpwstr>0</vt:lpwstr>
  </property>
  <property fmtid="{D5CDD505-2E9C-101B-9397-08002B2CF9AE}" pid="9" name="MSIP_Label_e463cba9-5f6c-478d-9329-7b2295e4e8ed_Tag">
    <vt:lpwstr>10, 3, 0, 1</vt:lpwstr>
  </property>
</Properties>
</file>