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7B6FA-746B-8CC3-E08F-48DBBD8D1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C8F2A-4B73-9C03-4676-A1C484E17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32CA1-B542-E8AF-5C8D-758876D6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1466-5FD1-4D8A-98AE-4EC2684994D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08867-DD88-A0FD-489A-F9E45BF8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E4044-18D2-5652-3F52-D08AEC55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D1A3-C6C0-4551-8F9D-EAAFA3FF2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4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9B1D-FEA1-11A1-7541-58E3B2886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C0D62-73AD-4FF2-DFBB-62ACE334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6FFCB-0CBB-BBED-3F1B-DB974BD8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1466-5FD1-4D8A-98AE-4EC2684994D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3E52D-694B-4919-0BA2-9C1CE9672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EC291-6A93-5654-2A17-ACE70E66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D1A3-C6C0-4551-8F9D-EAAFA3FF2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30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D887-2CE0-95EF-7B35-07B79AB40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D323D-4630-A2FB-E6E1-122495B80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8682C-0D77-EF44-723D-426C7DB0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1466-5FD1-4D8A-98AE-4EC2684994D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14627-3E8E-D0AD-B3B8-4288E8B6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B1BA4-B24B-7BAF-55DE-EB3F3BE9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D1A3-C6C0-4551-8F9D-EAAFA3FF2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6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B6B7-1F56-CFAC-4906-52891D2C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2D4E2-1B60-6789-A897-120A2F176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59AB0-125F-00CE-EFFD-AFB35886C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C39AF-E68C-DDE3-6C0C-0583EB2E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1466-5FD1-4D8A-98AE-4EC2684994D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DD727-C2FD-3066-C24C-75A2AF098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2F67B-C629-3205-C351-45320BAE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D1A3-C6C0-4551-8F9D-EAAFA3FF2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5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EAB7-EC83-CED8-5D03-E228946C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16131-33E5-428E-8FE2-3936073F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2EECC-155F-3886-228E-F7341C873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46681-1775-ED72-B56F-B02E9B591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3FB156-AA85-C408-4A69-13380FDAD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BB457C-1E5A-3A07-B689-9572756C8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1466-5FD1-4D8A-98AE-4EC2684994D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3F2652-FBF5-020C-438B-2333DC72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99E6D2-A8EC-1743-828A-D7D3F047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D1A3-C6C0-4551-8F9D-EAAFA3FF2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79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DDFC5-064C-5522-D0E2-86DC47BA7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FF3E38-5EEC-19CE-9D3C-D041E1F3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1466-5FD1-4D8A-98AE-4EC2684994D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465C6C-A39E-779E-FBDB-F868F0AB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39CFF-670B-098C-4A0E-C7DE6A4A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D1A3-C6C0-4551-8F9D-EAAFA3FF2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60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A3C8D4-F7FF-877C-A239-12F45107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1466-5FD1-4D8A-98AE-4EC2684994D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50973-1902-98D1-953F-E8ADFDC0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26F40-3964-A300-9EEC-4AC31B36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D1A3-C6C0-4551-8F9D-EAAFA3FF2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6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6D12-0596-A8BA-7E08-5C1C4B95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6DF73-C4CA-4C8F-9C1E-C06C3D7A0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9996E-234F-80C5-F912-00B833E26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2A688-EF3B-64D1-C4AC-50DDE5E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1466-5FD1-4D8A-98AE-4EC2684994D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16B47-46E7-C793-5F49-94FB8178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3C7FD-2DAB-0723-8520-697D49AF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D1A3-C6C0-4551-8F9D-EAAFA3FF2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6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18F0-2309-B32F-E41A-DF73018D1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A40DB-9D4A-86E6-97BC-31BCBBB487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8668F-DC84-F158-32C6-84CA10E00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9DBAA-EE70-5308-149A-CE6E3C05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1466-5FD1-4D8A-98AE-4EC2684994D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F7F16-F8F2-598E-DECD-59C68D98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97897-2B1F-F1AD-F52D-C6EC9F315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D1A3-C6C0-4551-8F9D-EAAFA3FF2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05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5F36-E535-4038-D68C-AEE99BA9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0D2ADB-CA31-A410-012B-D9E8F69A0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947E-59B8-1553-E553-17BC15696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1466-5FD1-4D8A-98AE-4EC2684994D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25F0F-E4FB-713D-0427-F5A06938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2B917-341D-6D7F-792E-05695707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D1A3-C6C0-4551-8F9D-EAAFA3FF2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99889D-BAAE-1E5B-933C-C50EFAA938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87E63-B2C4-A0B2-75A7-A423AB03C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29E86-4842-1B89-BBEA-749F6E983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51466-5FD1-4D8A-98AE-4EC2684994D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F9E16-0748-A701-A541-D3455F89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07C95-FBCD-9CB4-9FAB-ECF36DAB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D1A3-C6C0-4551-8F9D-EAAFA3FF2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34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B3893-7F47-1741-31FF-64BF013E7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E7AE-A80E-DB04-15A3-5863237B6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2BB68-5CE6-7C77-4AC3-BE0541C74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51466-5FD1-4D8A-98AE-4EC2684994D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6AC0D-6A64-6727-1A1F-64889B80A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EA86D-28CA-AE5D-EB9C-01E0C2709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DD1A3-C6C0-4551-8F9D-EAAFA3FF2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9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4A1CDD-8C48-7B67-9C98-A027A8EFDFC1}"/>
              </a:ext>
            </a:extLst>
          </p:cNvPr>
          <p:cNvSpPr txBox="1"/>
          <p:nvPr/>
        </p:nvSpPr>
        <p:spPr>
          <a:xfrm>
            <a:off x="254000" y="1016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Fill Depth — Gradients / Picture / Pattern</a:t>
            </a:r>
          </a:p>
        </p:txBody>
      </p:sp>
      <p:sp>
        <p:nvSpPr>
          <p:cNvPr id="3" name="Grad3Stop">
            <a:extLst>
              <a:ext uri="{FF2B5EF4-FFF2-40B4-BE49-F238E27FC236}">
                <a16:creationId xmlns:a16="http://schemas.microsoft.com/office/drawing/2014/main" id="{FEA73658-AEB0-8957-4019-997DDDF4B2DB}"/>
              </a:ext>
            </a:extLst>
          </p:cNvPr>
          <p:cNvSpPr/>
          <p:nvPr/>
        </p:nvSpPr>
        <p:spPr>
          <a:xfrm>
            <a:off x="508000" y="698500"/>
            <a:ext cx="2540000" cy="1778000"/>
          </a:xfrm>
          <a:prstGeom prst="rect">
            <a:avLst/>
          </a:prstGeom>
          <a:gradFill flip="none" rotWithShape="1">
            <a:gsLst>
              <a:gs pos="0">
                <a:srgbClr val="0000FF"/>
              </a:gs>
              <a:gs pos="100000">
                <a:srgbClr val="FFFFFF"/>
              </a:gs>
              <a:gs pos="0">
                <a:srgbClr val="FF0000">
                  <a:alpha val="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rgbClr val="FFFFFF"/>
                </a:solidFill>
              </a:rPr>
              <a:t>3-Stop Linear</a:t>
            </a:r>
          </a:p>
        </p:txBody>
      </p:sp>
      <p:sp>
        <p:nvSpPr>
          <p:cNvPr id="4" name="GradRadial">
            <a:extLst>
              <a:ext uri="{FF2B5EF4-FFF2-40B4-BE49-F238E27FC236}">
                <a16:creationId xmlns:a16="http://schemas.microsoft.com/office/drawing/2014/main" id="{0F08C70E-32F4-40DF-B90C-68C814FA7B12}"/>
              </a:ext>
            </a:extLst>
          </p:cNvPr>
          <p:cNvSpPr/>
          <p:nvPr/>
        </p:nvSpPr>
        <p:spPr>
          <a:xfrm>
            <a:off x="3429000" y="698500"/>
            <a:ext cx="2540000" cy="1778000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C07000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Radial</a:t>
            </a:r>
          </a:p>
        </p:txBody>
      </p:sp>
      <p:sp>
        <p:nvSpPr>
          <p:cNvPr id="5" name="PatternDiag">
            <a:extLst>
              <a:ext uri="{FF2B5EF4-FFF2-40B4-BE49-F238E27FC236}">
                <a16:creationId xmlns:a16="http://schemas.microsoft.com/office/drawing/2014/main" id="{68174252-9066-FD8F-DE43-C173B0ADEBD2}"/>
              </a:ext>
            </a:extLst>
          </p:cNvPr>
          <p:cNvSpPr/>
          <p:nvPr/>
        </p:nvSpPr>
        <p:spPr>
          <a:xfrm>
            <a:off x="6350000" y="698500"/>
            <a:ext cx="2540000" cy="1778000"/>
          </a:xfrm>
          <a:prstGeom prst="rect">
            <a:avLst/>
          </a:prstGeom>
          <a:pattFill prst="pct40">
            <a:fgClr>
              <a:srgbClr val="FF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Diag Pattern</a:t>
            </a:r>
          </a:p>
        </p:txBody>
      </p:sp>
      <p:sp>
        <p:nvSpPr>
          <p:cNvPr id="6" name="PatternCross">
            <a:extLst>
              <a:ext uri="{FF2B5EF4-FFF2-40B4-BE49-F238E27FC236}">
                <a16:creationId xmlns:a16="http://schemas.microsoft.com/office/drawing/2014/main" id="{D6834A7D-0D4E-331A-158A-C027704A120E}"/>
              </a:ext>
            </a:extLst>
          </p:cNvPr>
          <p:cNvSpPr/>
          <p:nvPr/>
        </p:nvSpPr>
        <p:spPr>
          <a:xfrm>
            <a:off x="9271000" y="698500"/>
            <a:ext cx="2540000" cy="1778000"/>
          </a:xfrm>
          <a:prstGeom prst="rect">
            <a:avLst/>
          </a:prstGeom>
          <a:pattFill prst="cross">
            <a:fgClr>
              <a:srgbClr val="0000FF"/>
            </a:fgClr>
            <a:bgClr>
              <a:srgbClr val="00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Cross Pattern</a:t>
            </a:r>
          </a:p>
        </p:txBody>
      </p:sp>
      <p:sp>
        <p:nvSpPr>
          <p:cNvPr id="7" name="GradPreset">
            <a:extLst>
              <a:ext uri="{FF2B5EF4-FFF2-40B4-BE49-F238E27FC236}">
                <a16:creationId xmlns:a16="http://schemas.microsoft.com/office/drawing/2014/main" id="{FE393AB0-EE0D-F59F-3142-D5F97798C5AA}"/>
              </a:ext>
            </a:extLst>
          </p:cNvPr>
          <p:cNvSpPr/>
          <p:nvPr/>
        </p:nvSpPr>
        <p:spPr>
          <a:xfrm>
            <a:off x="508000" y="2921000"/>
            <a:ext cx="2540000" cy="1778000"/>
          </a:xfrm>
          <a:prstGeom prst="roundRect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Preset Gradient</a:t>
            </a:r>
          </a:p>
        </p:txBody>
      </p:sp>
    </p:spTree>
    <p:extLst>
      <p:ext uri="{BB962C8B-B14F-4D97-AF65-F5344CB8AC3E}">
        <p14:creationId xmlns:p14="http://schemas.microsoft.com/office/powerpoint/2010/main" val="2416705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2026-06-26T02:55:30Z</dcterms:created>
  <dcterms:modified xsi:type="dcterms:W3CDTF">2026-06-26T02:55:30Z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2026-06-26T02:55:30Z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ed0c9f41-26b6-47d9-83c8-3b05ae8eea0f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