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v>Share</c:v>
          </c:tx>
          <c:cat>
            <c:strLit>
              <c:ptCount val="4"/>
              <c:pt idx="0">
                <c:v>Alpha</c:v>
              </c:pt>
              <c:pt idx="1">
                <c:v>Beta</c:v>
              </c:pt>
              <c:pt idx="2">
                <c:v>Gamma</c:v>
              </c:pt>
              <c:pt idx="3">
                <c:v>Delta</c:v>
              </c:pt>
            </c:strLit>
          </c:cat>
          <c:val>
            <c:numLit>
              <c:formatCode>General</c:formatCode>
              <c:ptCount val="4"/>
              <c:pt idx="0">
                <c:v>40</c:v>
              </c:pt>
              <c:pt idx="1">
                <c:v>30</c:v>
              </c:pt>
              <c:pt idx="2">
                <c:v>20</c:v>
              </c:pt>
              <c:pt idx="3">
                <c:v>10</c:v>
              </c:pt>
            </c:numLit>
          </c:val>
          <c:extLst>
            <c:ext xmlns:c16="http://schemas.microsoft.com/office/drawing/2014/chart" uri="{C3380CC4-5D6E-409C-BE32-E72D297353CC}">
              <c16:uniqueId val="{00000001-78AF-4226-A69C-C771D55448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Bubbles</c:v>
          </c:tx>
          <c:spPr>
            <a:ln w="38100">
              <a:noFill/>
            </a:ln>
          </c:spPr>
          <c:xVal>
            <c:numRe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5</c:v>
                </c:pt>
              </c:numCache>
            </c:numRef>
          </c:xVal>
          <c:yVal>
            <c:numRe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170-4DF9-9AE2-603992E13F59}"/>
            </c:ext>
          </c:extLst>
          <c:bubbleSize>
            <c:numRef>
              <c:numCache>
                <c:formatCode>General</c:formatCode>
                <c:ptCount val="3"/>
                <c:pt idx="0">
                  <c:v>5</c:v>
                </c:pt>
                <c:pt idx="1">
                  <c:v>15</c:v>
                </c:pt>
                <c:pt idx="2">
                  <c:v>10</c:v>
                </c:pt>
              </c:numCache>
            </c:numRef>
          </c:bubbleSize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60739247"/>
        <c:axId val="360740207"/>
      </c:scatterChart>
      <c:valAx>
        <c:axId val="36073924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360740207"/>
        <c:crosses val="autoZero"/>
        <c:crossBetween val="midCat"/>
      </c:valAx>
      <c:valAx>
        <c:axId val="360740207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60739247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v>Alpha</c:v>
          </c:tx>
          <c:marker>
            <c:symbol val="none"/>
          </c:marker>
          <c:val>
            <c:numRef>
              <c:f/>
              <c:numCache>
                <c:formatCode>General</c:formatCode>
                <c:ptCount val="5"/>
                <c:pt idx="0">
                  <c:v>80</c:v>
                </c:pt>
                <c:pt idx="1">
                  <c:v>60</c:v>
                </c:pt>
                <c:pt idx="2">
                  <c:v>90</c:v>
                </c:pt>
                <c:pt idx="3">
                  <c:v>70</c:v>
                </c:pt>
                <c:pt idx="4">
                  <c:v>50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/>
                        </c15:formulaRef>
                      </c:ext>
                    </c:extLst>
                  </c:multiLvlStrRef>
                </c15:cat>
              </c15:filteredCategoryTitle>
            </c:ext>
            <c:ext xmlns:c16="http://schemas.microsoft.com/office/drawing/2014/chart" uri="{C3380CC4-5D6E-409C-BE32-E72D297353CC}">
              <c16:uniqueId val="{00000002-BD24-412D-96E2-4F6B77B42ED6}"/>
            </c:ext>
          </c:extLst>
          <c:cat>
            <c:strLit>
              <c:ptCount val="5"/>
              <c:pt idx="0">
                <c:v>Speed</c:v>
              </c:pt>
              <c:pt idx="1">
                <c:v>Power</c:v>
              </c:pt>
              <c:pt idx="2">
                <c:v>Agility</c:v>
              </c:pt>
              <c:pt idx="3">
                <c:v>Stamina</c:v>
              </c:pt>
              <c:pt idx="4">
                <c:v>Tech</c:v>
              </c:pt>
            </c:strLit>
          </c:cat>
        </c:ser>
        <c:ser>
          <c:idx val="1"/>
          <c:order val="1"/>
          <c:tx>
            <c:v>Beta</c:v>
          </c:tx>
          <c:marker>
            <c:symbol val="none"/>
          </c:marker>
          <c:val>
            <c:numRef>
              <c:f/>
              <c:numCache>
                <c:formatCode>General</c:formatCode>
                <c:ptCount val="5"/>
                <c:pt idx="0">
                  <c:v>50</c:v>
                </c:pt>
                <c:pt idx="1">
                  <c:v>80</c:v>
                </c:pt>
                <c:pt idx="2">
                  <c:v>60</c:v>
                </c:pt>
                <c:pt idx="3">
                  <c:v>90</c:v>
                </c:pt>
                <c:pt idx="4">
                  <c:v>75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/>
                        </c15:formulaRef>
                      </c:ext>
                    </c:extLst>
                  </c:multiLvlStrRef>
                </c15:cat>
              </c15:filteredCategoryTitle>
            </c:ext>
            <c:ext xmlns:c16="http://schemas.microsoft.com/office/drawing/2014/chart" uri="{C3380CC4-5D6E-409C-BE32-E72D297353CC}">
              <c16:uniqueId val="{00000003-BD24-412D-96E2-4F6B77B42ED6}"/>
            </c:ext>
          </c:extLst>
          <c:cat>
            <c:strLit>
              <c:ptCount val="5"/>
              <c:pt idx="0">
                <c:v>Speed</c:v>
              </c:pt>
              <c:pt idx="1">
                <c:v>Power</c:v>
              </c:pt>
              <c:pt idx="2">
                <c:v>Agility</c:v>
              </c:pt>
              <c:pt idx="3">
                <c:v>Stamina</c:v>
              </c:pt>
              <c:pt idx="4">
                <c:v>Tech</c:v>
              </c:pt>
            </c:strLit>
          </c:ca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15851712"/>
        <c:axId val="917935888"/>
      </c:radarChart>
      <c:catAx>
        <c:axId val="915851712"/>
        <c:scaling>
          <c:orientation val="minMax"/>
        </c:scaling>
        <c:delete val="0"/>
        <c:axPos val="b"/>
        <c:majorGridlines/>
        <c:numFmt formatCode="m/d/yyyy" sourceLinked="1"/>
        <c:majorTickMark val="out"/>
        <c:minorTickMark val="none"/>
        <c:tickLblPos val="nextTo"/>
        <c:crossAx val="917935888"/>
        <c:crosses val="autoZero"/>
        <c:auto val="1"/>
        <c:lblAlgn val="ctr"/>
        <c:lblOffset val="100"/>
        <c:noMultiLvlLbl val="0"/>
      </c:catAx>
      <c:valAx>
        <c:axId val="917935888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915851712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ubbleChart>
        <c:varyColors val="0"/>
        <c:ser>
          <c:idx val="0"/>
          <c:order val="0"/>
          <c:tx>
            <c:v>Series1</c:v>
          </c:tx>
          <c:spPr>
            <a:ln w="25400">
              <a:noFill/>
            </a:ln>
          </c:spPr>
          <c:invertIfNegative val="0"/>
          <c:xVal>
            <c:numRe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15</c:v>
                </c:pt>
                <c:pt idx="3">
                  <c:v>40</c:v>
                </c:pt>
                <c:pt idx="4">
                  <c:v>25</c:v>
                </c:pt>
              </c:numCache>
            </c:numRef>
          </c:yVal>
          <c:bubble3D val="0"/>
          <c:extLst>
            <c:ext xmlns:c16="http://schemas.microsoft.com/office/drawing/2014/chart" uri="{C3380CC4-5D6E-409C-BE32-E72D297353CC}">
              <c16:uniqueId val="{00000001-3807-47F3-A970-E5063230AB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917937328"/>
        <c:axId val="917937808"/>
      </c:bubbleChart>
      <c:valAx>
        <c:axId val="9179373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917937808"/>
        <c:crosses val="autoZero"/>
        <c:crossBetween val="midCat"/>
      </c:valAx>
      <c:valAx>
        <c:axId val="9179378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917937328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9E7A-D19F-ADCF-32B3-908F04D69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ED348-E79A-D47D-409B-834997F8E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3B4B3-2F7B-30BF-41DE-2AD23CED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5B73-9D83-4ADF-903A-EE0E6506AA7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1DEB-64BA-B865-A862-AF389E5A3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2DFE2-B94C-2A38-D09B-BF7878D47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5F96-C4B8-468F-AE41-08EFEFA6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F2838-57D8-1C32-1126-DB942C40D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09740-36A0-0B7D-7849-574971CFF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20E07-2397-7854-A1C5-7A9598698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5B73-9D83-4ADF-903A-EE0E6506AA7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0047B-7E2E-8348-2D53-BB53F11A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E3643-9174-BE53-1FE2-870A31A5C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5F96-C4B8-468F-AE41-08EFEFA6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172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FC7D0-3020-A5E4-7635-C7D0271FF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493D3-C656-9A50-7C71-FC2F5A145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E9CBA-93E9-528E-47B5-F9DEF2ED1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5B73-9D83-4ADF-903A-EE0E6506AA7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2CA78-4920-45A9-8B3C-5E6A786A3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78C56-03EF-A516-B30E-6D9CD6669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5F96-C4B8-468F-AE41-08EFEFA6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84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AEF09-4638-2BF1-6C7D-799F8CDC2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8CB5D-A2A0-26E9-485E-3DEE426956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EAD891-0471-D818-2D46-4450E70A8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8D6E3-741E-E0C2-C3D6-F0A4C280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5B73-9D83-4ADF-903A-EE0E6506AA7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99567-3E92-D517-1418-447658C96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A14FF-4B96-5538-FEBC-F69F5D7F9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5F96-C4B8-468F-AE41-08EFEFA6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06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0DD5B-AC3E-08C5-6D46-5F1FF7D1C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BFC2A-CE9D-1742-1EAF-A6DB4D173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FE990-E6CD-3CCB-5DE8-41D41C8C4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0698B6-6E39-9C0C-832A-6A57463E20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EB4A24-FD0A-5DC3-7192-798A3086A6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CC7B2F-A8C4-C409-9E13-BFC901D58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5B73-9D83-4ADF-903A-EE0E6506AA7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87A477-066F-6CC1-0013-DFCF24C6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9275D-BA83-1B0B-4628-6AC0E4D6D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5F96-C4B8-468F-AE41-08EFEFA6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8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5685C-194B-805E-880F-6BD75E406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4C32AC-C88B-13A1-2419-D56EDD2D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5B73-9D83-4ADF-903A-EE0E6506AA7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D56460-9AA1-FAF6-E5C8-FC43500D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DCC398-5944-87B8-7D6B-6107B632D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5F96-C4B8-468F-AE41-08EFEFA6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8C6F07-FCEE-69AA-A4D1-5715E976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5B73-9D83-4ADF-903A-EE0E6506AA7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196DBC-237A-9054-9BD8-94E325CC5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BB382-6CF7-8A7C-9B6C-FE9111B5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5F96-C4B8-468F-AE41-08EFEFA6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42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C81F-88C1-A802-5600-3A9C1404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47F66-6628-FB1D-DBFF-0169AFD0D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C243F-E0B6-495C-CB1E-9568492C7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7A873-BB75-BA3B-685B-06104B36C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5B73-9D83-4ADF-903A-EE0E6506AA7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86E7-4ACD-AB8E-78BE-C6C856654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E0FDB-3FD4-885D-6DC5-97B0FED83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5F96-C4B8-468F-AE41-08EFEFA6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6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8FFD5-9285-F7D4-75A2-F6179EBB0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E26B64-90C4-9C4F-B406-B593291E3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1D009-D6A3-760C-40C1-B3A581C74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EED82-9338-F6B6-3E08-731EB9CCA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5B73-9D83-4ADF-903A-EE0E6506AA7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856FE-9BDF-98A0-AD01-6FB1CC085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E0681-AC99-D429-2E83-E90AFC0D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5F96-C4B8-468F-AE41-08EFEFA6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118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CFDE2-1CE5-23B6-D468-8CF3C985B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3E040-2EB7-FC97-7F21-738FAAF8A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FB034-32E8-46EF-AF49-424399C7D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5B73-9D83-4ADF-903A-EE0E6506AA7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34850-4B25-A797-44FE-B47F71F5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79466-780F-205F-9F48-3F65CF1C8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5F96-C4B8-468F-AE41-08EFEFA6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30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284F2-D0F6-DE65-4736-01B94C2589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4C9115-EDFC-5F6F-47C0-4671F37EF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8C363-BB06-F063-FAAB-A4731F3DE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5B73-9D83-4ADF-903A-EE0E6506AA7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E3180-6F04-6910-C03E-1BC112DA7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90A1E-F5AE-31DF-5ADB-08AFB50D7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5F96-C4B8-468F-AE41-08EFEFA6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705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D02FFB-6C80-FB3C-63AD-7D8B5355E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380C0-0AF0-60D3-2156-77251B52E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A35CC-D312-4DCC-8C10-D5F9DDBC77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E5B73-9D83-4ADF-903A-EE0E6506AA7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8CCB8-A3C4-54DE-00F4-64F93A3848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EC3F-3052-A8B6-2073-962560FAC8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65F96-C4B8-468F-AE41-08EFEFA6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7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E45249-6D66-BC2E-92D0-BF415FF05EF9}"/>
              </a:ext>
            </a:extLst>
          </p:cNvPr>
          <p:cNvSpPr txBox="1"/>
          <p:nvPr/>
        </p:nvSpPr>
        <p:spPr>
          <a:xfrm>
            <a:off x="254000" y="127000"/>
            <a:ext cx="11684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/>
              <a:t>Doughnut Chart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65C5FEE-E732-20AE-B9AC-BB52543E5D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590199"/>
              </p:ext>
            </p:extLst>
          </p:nvPr>
        </p:nvGraphicFramePr>
        <p:xfrm>
          <a:off x="762000" y="698500"/>
          <a:ext cx="10922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2895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378474-8636-A0D9-5896-8C142FA68232}"/>
              </a:ext>
            </a:extLst>
          </p:cNvPr>
          <p:cNvSpPr txBox="1"/>
          <p:nvPr/>
        </p:nvSpPr>
        <p:spPr>
          <a:xfrm>
            <a:off x="254000" y="127000"/>
            <a:ext cx="11684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/>
              <a:t>XY Scatter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9655FE0-2A34-B4D7-C604-6B7F197E14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3256500"/>
              </p:ext>
            </p:extLst>
          </p:nvPr>
        </p:nvGraphicFramePr>
        <p:xfrm>
          <a:off x="762000" y="698500"/>
          <a:ext cx="10922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82104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EBF74A-7C30-0B5C-F003-10B70D6F7694}"/>
              </a:ext>
            </a:extLst>
          </p:cNvPr>
          <p:cNvSpPr txBox="1"/>
          <p:nvPr/>
        </p:nvSpPr>
        <p:spPr>
          <a:xfrm>
            <a:off x="254000" y="127000"/>
            <a:ext cx="11684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/>
              <a:t>Radar Chart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A811344-7023-E23A-9573-9668ACB6DE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2283134"/>
              </p:ext>
            </p:extLst>
          </p:nvPr>
        </p:nvGraphicFramePr>
        <p:xfrm>
          <a:off x="762000" y="698500"/>
          <a:ext cx="10922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36262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50E8D5-9416-F6EE-4839-2550BE4F98E3}"/>
              </a:ext>
            </a:extLst>
          </p:cNvPr>
          <p:cNvSpPr txBox="1"/>
          <p:nvPr/>
        </p:nvSpPr>
        <p:spPr>
          <a:xfrm>
            <a:off x="254000" y="127000"/>
            <a:ext cx="11684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/>
              <a:t>Bubble Chart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E3A0DF8-52E3-5D12-BA01-4AC9E7D5A0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4878283"/>
              </p:ext>
            </p:extLst>
          </p:nvPr>
        </p:nvGraphicFramePr>
        <p:xfrm>
          <a:off x="762000" y="698500"/>
          <a:ext cx="10922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98986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Krasimira Genova</dc:creator>
  <cp:lastModifiedBy>Krasimira Genova</cp:lastModifiedBy>
  <cp:revision>1</cp:revision>
  <dcterms:created xsi:type="dcterms:W3CDTF">2026-06-26T09:54:22Z</dcterms:created>
  <dcterms:modified xsi:type="dcterms:W3CDTF">2026-06-26T09:54:22Z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2026-06-26T09:54:22Z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a77064d8-6b20-4f99-9ef6-526e7f5c039e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