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6573B7-2F10-7BE2-D4BD-2F2C1505686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0164F8D-1CAC-4770-54DE-E872898602A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8EE7FC-F8EA-F5B8-7239-65B8ED03E7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EFABFF-4359-4FE1-B81C-337E19FCB281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55416E-C5DC-7C4D-A1DC-479FC249DA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AA6E2D-7A1C-F307-7870-501BF5657E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434F52-2BD2-486D-9316-72A02783CC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37184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5FFCF8-26E7-FB9E-A3D2-8A4DA3A3C4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5A2533-1B75-E21C-6F64-3473D993AB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F8C0C6-F749-8DA2-62D5-DADA4D0CFF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EFABFF-4359-4FE1-B81C-337E19FCB281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AACF0D-F7F3-162F-1A4F-B1E322E7ED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9D683C-F0D5-F02D-3412-EE426F8C03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434F52-2BD2-486D-9316-72A02783CC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52682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A83657-F546-BBEB-9751-0EACBBB85A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5C3A740-1D0D-56F6-1800-7E2E3A62B9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CAF681-F5B6-990D-27D8-89F47C5F4A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EFABFF-4359-4FE1-B81C-337E19FCB281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37B1EB-EED4-6185-1995-149C42352C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163BEA-EC7F-1C7E-4A08-362EDA0316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434F52-2BD2-486D-9316-72A02783CC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04763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A8D312-B0ED-7557-44D3-CBD8924945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A7D859-E036-D001-550C-A68A6660B62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B079806-F13C-21E4-1A26-2B19FED0FDB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D21EE3-5220-28E0-B69A-AA14BB6E42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EFABFF-4359-4FE1-B81C-337E19FCB281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91CF6AF-D0DA-507E-D69E-4254A23FF0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0FED1AD-CA08-2D8D-322E-780843F975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434F52-2BD2-486D-9316-72A02783CC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71222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6B8DB5-08FB-8CE9-FBDB-2371EEE5C7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6EF1484-2F8C-0A0D-FDA6-292E3131FE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6CCE462-C0C3-481D-F97F-98CE258AE93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D9626A8-2121-33B2-D858-B677ED57F2C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0B23A37-8ACC-9CAA-4BB0-009E1C885BA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952BB6D-CEE3-30CC-4CF4-F9F9231CF2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EFABFF-4359-4FE1-B81C-337E19FCB281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AD5386D-7342-925E-4457-9C93FA8FEB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B4A4C12-3D19-2518-8B84-A757276E6D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434F52-2BD2-486D-9316-72A02783CC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80546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F26E18-420A-0ECB-EF2A-5CEFF0CBE4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45B433F-337D-2C0E-9F3A-98B2CD3AB4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EFABFF-4359-4FE1-B81C-337E19FCB281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30E7861-6454-41E2-2782-246D944DA0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E56C12F-1AA3-8C08-C208-972EC5E199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434F52-2BD2-486D-9316-72A02783CC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63744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A68BB06-0698-895C-3288-3E923B724F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EFABFF-4359-4FE1-B81C-337E19FCB281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A75163E-D7FD-8345-5222-B998A6E2BA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7A7F29-DBAD-AFDA-4FE3-AC20696661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434F52-2BD2-486D-9316-72A02783CC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22329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66FC2E-0788-49D2-DE3D-F21EC931F2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7485F9-6193-496F-094A-D433331232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1DC8EE3-11CB-1AC3-D498-05626BF8455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0E5EBF4-3B10-6919-6DBE-EE02996E98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EFABFF-4359-4FE1-B81C-337E19FCB281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D85CA1-BE25-D4DB-9139-4008A9B372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149EEF0-6197-F1FA-26EE-D86C435D43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434F52-2BD2-486D-9316-72A02783CC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28759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CC21D5-2A2B-7A63-1502-BE3EBAAF16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41E7C3C-65C6-3F6C-6AB0-DD6E4EFD490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6A2887F-B5C9-B1B1-A2AA-0F6C5AD615C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E8B6EB7-61EB-FC05-4FEB-5424E6786C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EFABFF-4359-4FE1-B81C-337E19FCB281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84E2CC9-67E1-5D16-88F5-71CBEE6960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C671695-1DDF-2B3D-E3DD-2DDB50C7AA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434F52-2BD2-486D-9316-72A02783CC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64923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78679B-A621-144D-6864-034840EBA4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0348A47-8390-930A-1F70-E192EB3D89C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ADC059-6A86-F8E5-C92E-5867C62339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EFABFF-4359-4FE1-B81C-337E19FCB281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F7BD3E-48D5-91BD-A363-A6FC47EAAF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9157C4-5A11-362E-098C-D564AE1562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434F52-2BD2-486D-9316-72A02783CC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00362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45CCC5D-ABBA-676D-AC8D-76DF97AFF56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5BC6DE2-B5F1-143C-E9DF-1C38D82AB39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FD8D7F-764F-A79B-32AB-A5A96423FA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EFABFF-4359-4FE1-B81C-337E19FCB281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4AAEDA-C457-A99D-C9DD-59DA3CC1F7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A44C05-E8D1-A11C-3797-80586E598B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434F52-2BD2-486D-9316-72A02783CC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94912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100F40A-4F94-8C92-CD77-8D3B102B00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F38EB6B-C6FF-94DC-B2E1-7FA60A019C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32CD0A-10BA-A390-28E9-FC5A9AEA6B3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8EFABFF-4359-4FE1-B81C-337E19FCB281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BAC505-768B-385D-6ACA-9D02DD4D8CD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BDB83A-510C-CA81-6444-2D499F43DAA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4434F52-2BD2-486D-9316-72A02783CC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16829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6838CA3-9340-C5FF-8667-DF6B9F6A2319}"/>
              </a:ext>
            </a:extLst>
          </p:cNvPr>
          <p:cNvSpPr txBox="1"/>
          <p:nvPr/>
        </p:nvSpPr>
        <p:spPr>
          <a:xfrm>
            <a:off x="254000" y="101600"/>
            <a:ext cx="11430000" cy="4001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2000" b="1"/>
              <a:t>SmartArt — Basic Process</a:t>
            </a:r>
          </a:p>
        </p:txBody>
      </p:sp>
      <p:sp>
        <p:nvSpPr>
          <p:cNvPr id="3" name="Step1">
            <a:extLst>
              <a:ext uri="{FF2B5EF4-FFF2-40B4-BE49-F238E27FC236}">
                <a16:creationId xmlns:a16="http://schemas.microsoft.com/office/drawing/2014/main" id="{54258318-0560-ED09-5A46-00669DDE2450}"/>
              </a:ext>
            </a:extLst>
          </p:cNvPr>
          <p:cNvSpPr/>
          <p:nvPr/>
        </p:nvSpPr>
        <p:spPr>
          <a:xfrm>
            <a:off x="762000" y="1016000"/>
            <a:ext cx="1905000" cy="1016000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>
                <a:solidFill>
                  <a:srgbClr val="FFFFFF"/>
                </a:solidFill>
              </a:rPr>
              <a:t>Plan</a:t>
            </a:r>
          </a:p>
        </p:txBody>
      </p:sp>
      <p:sp>
        <p:nvSpPr>
          <p:cNvPr id="4" name="Step2">
            <a:extLst>
              <a:ext uri="{FF2B5EF4-FFF2-40B4-BE49-F238E27FC236}">
                <a16:creationId xmlns:a16="http://schemas.microsoft.com/office/drawing/2014/main" id="{BF448265-615A-C6FD-CDBF-24768CED9815}"/>
              </a:ext>
            </a:extLst>
          </p:cNvPr>
          <p:cNvSpPr/>
          <p:nvPr/>
        </p:nvSpPr>
        <p:spPr>
          <a:xfrm>
            <a:off x="2895600" y="1016000"/>
            <a:ext cx="1905000" cy="1016000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>
                <a:solidFill>
                  <a:srgbClr val="FFFFFF"/>
                </a:solidFill>
              </a:rPr>
              <a:t>Design</a:t>
            </a:r>
          </a:p>
        </p:txBody>
      </p:sp>
      <p:sp>
        <p:nvSpPr>
          <p:cNvPr id="5" name="Step3">
            <a:extLst>
              <a:ext uri="{FF2B5EF4-FFF2-40B4-BE49-F238E27FC236}">
                <a16:creationId xmlns:a16="http://schemas.microsoft.com/office/drawing/2014/main" id="{146F1CBD-C320-FA48-F018-31A94626F448}"/>
              </a:ext>
            </a:extLst>
          </p:cNvPr>
          <p:cNvSpPr/>
          <p:nvPr/>
        </p:nvSpPr>
        <p:spPr>
          <a:xfrm>
            <a:off x="5029200" y="1016000"/>
            <a:ext cx="1905000" cy="1016000"/>
          </a:xfrm>
          <a:prstGeom prst="rect">
            <a:avLst/>
          </a:prstGeom>
          <a:solidFill>
            <a:schemeClr val="accent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>
                <a:solidFill>
                  <a:srgbClr val="FFFFFF"/>
                </a:solidFill>
              </a:rPr>
              <a:t>Build</a:t>
            </a:r>
          </a:p>
        </p:txBody>
      </p:sp>
      <p:sp>
        <p:nvSpPr>
          <p:cNvPr id="6" name="Step4">
            <a:extLst>
              <a:ext uri="{FF2B5EF4-FFF2-40B4-BE49-F238E27FC236}">
                <a16:creationId xmlns:a16="http://schemas.microsoft.com/office/drawing/2014/main" id="{75476505-6F65-BBC4-6E37-427938F3D47A}"/>
              </a:ext>
            </a:extLst>
          </p:cNvPr>
          <p:cNvSpPr/>
          <p:nvPr/>
        </p:nvSpPr>
        <p:spPr>
          <a:xfrm>
            <a:off x="7162800" y="1016000"/>
            <a:ext cx="1905000" cy="1016000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>
                <a:solidFill>
                  <a:srgbClr val="FFFFFF"/>
                </a:solidFill>
              </a:rPr>
              <a:t>Test</a:t>
            </a:r>
          </a:p>
        </p:txBody>
      </p:sp>
      <p:sp>
        <p:nvSpPr>
          <p:cNvPr id="7" name="Step5">
            <a:extLst>
              <a:ext uri="{FF2B5EF4-FFF2-40B4-BE49-F238E27FC236}">
                <a16:creationId xmlns:a16="http://schemas.microsoft.com/office/drawing/2014/main" id="{7171A5DC-000A-4F23-E0B5-43002B2466F5}"/>
              </a:ext>
            </a:extLst>
          </p:cNvPr>
          <p:cNvSpPr/>
          <p:nvPr/>
        </p:nvSpPr>
        <p:spPr>
          <a:xfrm>
            <a:off x="9296400" y="1016000"/>
            <a:ext cx="1905000" cy="1016000"/>
          </a:xfrm>
          <a:prstGeom prst="rect">
            <a:avLst/>
          </a:prstGeom>
          <a:solidFill>
            <a:schemeClr val="accent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>
                <a:solidFill>
                  <a:srgbClr val="FFFFFF"/>
                </a:solidFill>
              </a:rPr>
              <a:t>Deploy</a:t>
            </a:r>
          </a:p>
        </p:txBody>
      </p:sp>
    </p:spTree>
    <p:extLst>
      <p:ext uri="{BB962C8B-B14F-4D97-AF65-F5344CB8AC3E}">
        <p14:creationId xmlns:p14="http://schemas.microsoft.com/office/powerpoint/2010/main" val="176187204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</Words>
  <Application>Microsoft Office PowerPoint</Application>
  <PresentationFormat>Widescreen</PresentationFormat>
  <Paragraphs>6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Krasimira Genova</dc:creator>
  <cp:lastModifiedBy>Krasimira Genova</cp:lastModifiedBy>
  <cp:revision>1</cp:revision>
  <dcterms:created xsi:type="dcterms:W3CDTF">2026-06-25T23:16:06Z</dcterms:created>
  <dcterms:modified xsi:type="dcterms:W3CDTF">2026-06-25T23:16:06Z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e463cba9-5f6c-478d-9329-7b2295e4e8ed_Enabled">
    <vt:lpwstr>true</vt:lpwstr>
  </property>
  <property fmtid="{D5CDD505-2E9C-101B-9397-08002B2CF9AE}" pid="3" name="MSIP_Label_e463cba9-5f6c-478d-9329-7b2295e4e8ed_SetDate">
    <vt:lpwstr>2026-06-25T23:16:06Z</vt:lpwstr>
  </property>
  <property fmtid="{D5CDD505-2E9C-101B-9397-08002B2CF9AE}" pid="4" name="MSIP_Label_e463cba9-5f6c-478d-9329-7b2295e4e8ed_Method">
    <vt:lpwstr>Standard</vt:lpwstr>
  </property>
  <property fmtid="{D5CDD505-2E9C-101B-9397-08002B2CF9AE}" pid="5" name="MSIP_Label_e463cba9-5f6c-478d-9329-7b2295e4e8ed_Name">
    <vt:lpwstr>All Employees_2</vt:lpwstr>
  </property>
  <property fmtid="{D5CDD505-2E9C-101B-9397-08002B2CF9AE}" pid="6" name="MSIP_Label_e463cba9-5f6c-478d-9329-7b2295e4e8ed_SiteId">
    <vt:lpwstr>33440fc6-b7c7-412c-bb73-0e70b0198d5a</vt:lpwstr>
  </property>
  <property fmtid="{D5CDD505-2E9C-101B-9397-08002B2CF9AE}" pid="7" name="MSIP_Label_e463cba9-5f6c-478d-9329-7b2295e4e8ed_ActionId">
    <vt:lpwstr>e39a37e0-311b-4e1a-9748-b4b6dbc88597</vt:lpwstr>
  </property>
  <property fmtid="{D5CDD505-2E9C-101B-9397-08002B2CF9AE}" pid="8" name="MSIP_Label_e463cba9-5f6c-478d-9329-7b2295e4e8ed_ContentBits">
    <vt:lpwstr>0</vt:lpwstr>
  </property>
  <property fmtid="{D5CDD505-2E9C-101B-9397-08002B2CF9AE}" pid="9" name="MSIP_Label_e463cba9-5f6c-478d-9329-7b2295e4e8ed_Tag">
    <vt:lpwstr>10, 3, 0, 1</vt:lpwstr>
  </property>
</Properties>
</file>