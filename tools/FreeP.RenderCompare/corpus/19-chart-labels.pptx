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Val val="1"/>
          <c:showLegendKey val="0"/>
          <c:showSerName val="0"/>
          <c:showCatName val="0"/>
          <c:dLblPos val="outEnd"/>
        </c:dLbls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195</c:v>
                </c:pt>
                <c:pt idx="2">
                  <c:v>165</c:v>
                </c:pt>
                <c:pt idx="3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93-43B7-BD34-2DCDA77C23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145</c:v>
                </c:pt>
                <c:pt idx="2">
                  <c:v>220</c:v>
                </c:pt>
                <c:pt idx="3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93-43B7-BD34-2DCDA77C23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93-43B7-BD34-2DCDA77C2359}"/>
            </c:ext>
          </c:extLst>
        </c:ser>
        <c:gapWidth val="150"/>
        <c:axId val="811068639"/>
        <c:axId val="811069119"/>
      </c:barChart>
      <c:catAx>
        <c:axId val="8110686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811069119"/>
        <c:crosses val="autoZero"/>
        <c:auto val="1"/>
        <c:lblAlgn val="ctr"/>
        <c:lblOffset val="100"/>
        <c:noMultiLvlLbl val="0"/>
      </c:catAx>
      <c:valAx>
        <c:axId val="811069119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11068639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Percent val="1"/>
          <c:showLegendKey val="0"/>
          <c:showSerName val="0"/>
          <c:showCatName val="0"/>
          <c:dLblPos val="bestFit"/>
        </c:dLbls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A1-4EF2-B98F-43CAFDF2888C}"/>
            </c:ext>
          </c:extLst>
        </c:ser>
        <c:firstSliceAng val="0"/>
      </c:pieChart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Val val="1"/>
          <c:showLegendKey val="0"/>
          <c:showSerName val="0"/>
          <c:showCatName val="0"/>
          <c:dLblPos val="outEnd"/>
        </c:dLbls>
        <c:ser>
          <c:idx val="0"/>
          <c:order val="0"/>
          <c:tx>
            <c:strRef>
              <c:f>Sheet1!$B$1</c:f>
              <c:strCache>
                <c:ptCount val="1"/>
                <c:pt idx="0">
                  <c:v>Revenue $K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145</c:v>
                </c:pt>
                <c:pt idx="2">
                  <c:v>98</c:v>
                </c:pt>
                <c:pt idx="3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7-4344-BCDD-36F01F95D8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D7-4344-BCDD-36F01F95D8C7}"/>
            </c:ext>
          </c:extLst>
        </c:ser>
        <c:gapWidth val="150"/>
        <c:axId val="854822319"/>
        <c:axId val="8548237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Units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5200</c:v>
                </c:pt>
                <c:pt idx="1">
                  <c:v>6100</c:v>
                </c:pt>
                <c:pt idx="2">
                  <c:v>4800</c:v>
                </c:pt>
                <c:pt idx="3">
                  <c:v>7400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D7-4344-BCDD-36F01F95D8C7}"/>
            </c:ext>
          </c:extLst>
        </c:ser>
        <c:axId val="854822319"/>
        <c:axId val="3"/>
      </c:lineChart>
      <c:catAx>
        <c:axId val="8548223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854823759"/>
        <c:crosses val="autoZero"/>
        <c:auto val="1"/>
        <c:lblAlgn val="ctr"/>
        <c:lblOffset val="100"/>
        <c:noMultiLvlLbl val="0"/>
      </c:catAx>
      <c:valAx>
        <c:axId val="854823759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54822319"/>
        <c:crosses val="autoZero"/>
        <c:crossBetween val="between"/>
      </c:valAx>
      <c:valAx>
        <c:axId val="3"/>
        <c:scaling>
          <c:orientation val="minMax"/>
        </c:scaling>
        <c:delete val="0"/>
        <c:axPos val="r"/>
        <c:crosses val="max"/>
        <c:crossAx val="854822319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0476-B65D-61BE-ED3A-7E7B47D36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75943-BC03-5D44-8777-03BEDE3C8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5B8E4-D10E-CB23-D4E7-DDA2B78D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126B-B9A9-4DEE-D74D-DF7ECE19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DB118-FB6E-BBDA-2F35-F89FAB12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5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1E86-5EF9-7591-96D8-5A23BB03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2D8AF-F699-0333-633E-EFC1DB5D1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96DB-5D7D-5CA2-26B9-49A8ADA5F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8F419-50BD-82AA-2FDD-0BEC88544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B028D-D35B-0D92-0B03-5284AF18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0B88-0BAE-01D6-0AF1-1CBE561D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D5A9A-077D-92FF-D46A-5DC3C51B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26EAB-3961-45FF-F4CE-C2EBB54F5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35A02-36BA-BEEB-052A-0E477376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A2C9-8640-9041-4027-485D079D7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5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4480-7C0A-4B63-6517-F1346716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D9C6-3065-0131-CC42-91F9C7DD5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4656-FA77-C572-7C71-F9BBFEC79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62371-1E1B-DB1A-F229-D3D4A01A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1E17F-EF32-3673-15B9-AA3B1698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514E0-9722-D50C-29A1-4574CBC1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7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BBF1-9DC4-6F81-BCA5-F707B417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8CE9-B7C4-EAA3-C723-7D2A8A0CE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9E121-EFD3-2970-CF13-9DF0613B2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5AA51-AD89-34B0-98A9-2F8B2EDEA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779D1-49D7-EF40-5A57-91C105A33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9D8BC-5DDB-FA79-E497-4D3735D6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F7DF9-7B9E-D4BC-2694-835AE521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E4390-196A-ACFF-FC86-23BCFFCB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8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9B29-1378-0060-7DA8-26F8D82E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AC314-AE76-7183-9DA2-EADD23B8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35ABC-0834-A710-2AC2-B862F0277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2ADCA-2CD0-C318-0AD3-AB7B1554A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9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249F0-13ED-4D99-FFEA-AB583038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C677F-B40A-2E17-15A7-7B6EBCDE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05B7E-C013-BD0B-DA3D-0BBAEE2C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2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3B2B-FB2C-FC3F-61E9-4FD18B12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BE9B-60CD-A3D6-F956-A42C18EA0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D0DAB-1ACA-DA60-CB79-F378E1046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5C08E-84A6-BC3F-81EC-A00E21FD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252F5-E5AA-EFC2-208E-72B416B7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ED7DD-67CC-2445-440E-09FC84E8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6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E4F6-0FD4-0901-F3EE-3589FDC5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5882D-5B08-BE9E-BAC2-8E5CA133D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F87B7-40FF-428D-7DF5-2C613830F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F6404-D4A4-7BD6-56EE-DF5E8DDB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E95A6-EA94-66EC-2F4B-22E354D1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F5887-6F61-0AB1-7FE5-D452301F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1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2168-E51B-D19B-4810-9ED5935C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F5242-09E2-5D22-0840-2C454BADA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051B-D694-DF21-1BC6-3B2B40B7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6ADA3-1954-DE23-A041-89C1549F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52C9-219B-AAE7-C207-74257C94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2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E4C85-B29B-8C2A-6145-D623D7F1B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20906-6A2B-72F2-7864-79CA755CA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D4F9-9D7D-7030-7612-FC1EB931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613FA-5710-8E3A-8A40-E5EAD7BC6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7CCAB-8337-F82C-4B7C-1B654BAB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65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57C43-49E3-EC91-CE6D-33EF7D55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58C89-15DF-F3A2-4B39-5D8E9A8D8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0AF4-F92F-3C5E-379A-585922931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7B441-AB5C-4582-BA58-3248BD68335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B5F53-9D0A-5CE2-FF6B-FE2F73427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51B4F-BC26-1E83-782D-82536E53D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01D33-9241-4420-BF96-29A02E6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8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2419C9-426F-EB22-4998-D38BECE41CFF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Column - Value Labels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C4255B7-F880-8F37-A24B-8D019F562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1990506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590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0EE05-BCF3-12C3-6429-1F676CD9C2C6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Pie - Percent Labels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D6D9FD8-7E34-1E96-4F74-6ED8FA063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1482220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550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59E074-77A3-7DC8-0C8E-4C74E71755FD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Combo - Revenue+Units Secondary Axis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C0CD871-B6B5-DC2B-8A83-2F769D361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9900474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5326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2026-06-26T10:52:00Z</dcterms:created>
  <dcterms:modified xsi:type="dcterms:W3CDTF">2026-06-26T10:52:00Z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2026-06-26T10:52:00Z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d684e31f-6e4a-459f-911d-34c7dfbff34f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