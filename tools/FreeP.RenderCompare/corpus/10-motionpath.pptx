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3"/>
  </p:sldMasterIdLst>
  <p:sldIdLst>
    <p:sldId id="256" r:id="rId2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/>
</file>

<file path=ppt/tableStyles.xml><?xml version="1.0" encoding="utf-8"?>
<p:tblStyleLst xmlns:p="http://schemas.openxmlformats.org/presentation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
<Relationships xmlns="http://schemas.openxmlformats.org/package/2006/relationships">
  <Relationship Id="rId2" Type="http://schemas.openxmlformats.org/officeDocument/2006/relationships/slide" Target="slides/slide1.xml" />
  <Relationship Id="rId1" Type="http://schemas.openxmlformats.org/officeDocument/2006/relationships/presProps" Target="presProps.xml" />
  <Relationship Id="rId3" Type="http://schemas.openxmlformats.org/officeDocument/2006/relationships/slideMaster" Target="slideMasters/slideMaster1.xml" />
  <Relationship Id="rId4" Type="http://schemas.openxmlformats.org/officeDocument/2006/relationships/viewProps" Target="viewProps.xml" />
  <Relationship Id="rId5" Type="http://schemas.openxmlformats.org/officeDocument/2006/relationships/tableStyles" Target="tableStyles.xml" />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ver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4272C4"/>
          </a:solidFill>
        </p:spPr>
      </p:sp>
      <p:sp>
        <p:nvSpPr>
          <p:cNvPr id="3" name="Curver"/>
          <p:cNvSpPr/>
          <p:nvPr/>
        </p:nvSpPr>
        <p:spPr>
          <a:xfrm>
            <a:off x="2743200" y="1371600"/>
            <a:ext cx="914400" cy="914400"/>
          </a:xfrm>
          <a:prstGeom prst="ellipse">
            <a:avLst/>
          </a:prstGeom>
          <a:solidFill>
            <a:srgbClr val="E37000"/>
          </a:solidFill>
        </p:spPr>
      </p:sp>
      <p:sp>
        <p:nvSpPr>
          <p:cNvPr id="4" name="Button"/>
          <p:cNvSpPr/>
          <p:nvPr/>
        </p:nvSpPr>
        <p:spPr>
          <a:xfrm>
            <a:off x="5029200" y="3200400"/>
            <a:ext cx="1828800" cy="685800"/>
          </a:xfrm>
          <a:prstGeom prst="roundRect">
            <a:avLst/>
          </a:prstGeom>
          <a:solidFill>
            <a:srgbClr val="70AD47"/>
          </a:solidFill>
        </p:spPr>
        <p:txBody>
          <a:bodyPr/>
          <a:lstStyle/>
          <a:p>
            <a:pPr algn="ctr">
              <a:buNone/>
            </a:pPr>
            <a:r>
              <a:rPr lang="en-US" dirty="0" b="1"/>
              <a:t>Click Me</a:t>
            </a:r>
          </a:p>
        </p:txBody>
      </p:sp>
      <p:sp>
        <p:nvSpPr>
          <p:cNvPr id="5" name="Target"/>
          <p:cNvSpPr/>
          <p:nvPr/>
        </p:nvSpPr>
        <p:spPr>
          <a:xfrm>
            <a:off x="5029200" y="1828800"/>
            <a:ext cx="1828800" cy="685800"/>
          </a:xfrm>
          <a:prstGeom prst="rect">
            <a:avLst/>
          </a:prstGeom>
          <a:solidFill>
            <a:srgbClr val="76309B"/>
          </a:solidFill>
        </p:spPr>
        <p:txBody>
          <a:bodyPr/>
          <a:lstStyle/>
          <a:p>
            <a:pPr algn="ctr">
              <a:buNone/>
            </a:pPr>
            <a:r>
              <a:rPr lang="en-US" dirty="0" b="1"/>
              <a:t>Triggered!</a:t>
            </a:r>
          </a:p>
        </p:txBody>
      </p:sp>
    </p:spTree>
  </p:cSld>
  <p:timing>
    <p:tnLst>
      <p:par>
        <p:cTn id="11" fill="hold">
          <p:stCondLst>
            <p:cond delay="0"/>
          </p:stCondLst>
          <p:childTnLst>
            <p:par>
              <p:cTn id="10" dur="indefinite" restart="whenNotActive" fill="hold" nodeType="interactiveSeq">
                <p:stCondLst>
                  <p:cond evt="onBegin" delay="indefinite">
                    <p:tn val="0"/>
                  </p:cond>
                </p:stCondLst>
                <p:childTnLst>
                  <p:seq concurrent="1" nextAc="seek">
                    <p:cTn id="9" dur="indefinite" nodeType="mainSeq">
                      <p:childTnLst>
                        <p:par>
                          <p:cTn id="4" fill="hold">
                            <p:stCondLst>
                              <p:cond evt="onClick" delay="0">
                                <p:tn val="0"/>
                              </p:cond>
                            </p:stCondLst>
                            <p:childTnLst>
                              <p:par>
                                <p:cTn id="2" presetClass="path" presetID="1" presetSubtype="0" fill="hold" grpId="0" nodeType="withEffect">
                                  <p:stCondLst>
                                    <p:cond delay="indefinite"/>
                                  </p:stCondLst>
                                  <p:childTnLst>
                                    <p:par>
                                      <p:cTn id="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parent" path="M 0.000000 0.000000 L 0.400000 0.000000 E">
                                            <p:cBhvr>
                                              <p:cTn id="1" dur="1500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evt="onClick" delay="0">
                                <p:tn val="0"/>
                              </p:cond>
                            </p:stCondLst>
                            <p:childTnLst>
                              <p:par>
                                <p:cTn id="6" presetClass="path" presetID="1" presetSubtype="0" fill="hold" grpId="0" nodeType="withEffect">
                                  <p:stCondLst>
                                    <p:cond delay="indefinite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parent" path="M 0.000000 0.000000 C 0.100000 -0.150000 0.300000 -0.150000 0.400000 0.000000 E">
                                            <p:cBhvr>
                                              <p:cTn id="5" dur="2000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seq>
                </p:childTnLst>
              </p:cTn>
            </p:par>
          </p:childTnLst>
        </p:cTn>
      </p:par>
      <p:par>
        <p:cTn id="18" fill="hold">
          <p:stCondLst>
            <p:cond delay="0"/>
          </p:stCondLst>
          <p:childTnLst>
            <p:seq concurrent="1" nextAc="seek">
              <p:cTn id="17" dur="indefinit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childTnLst>
                  <p:par>
                    <p:cTn id="16" fill="hold">
                      <p:stCondLst>
                        <p:cond evt="onClick" delay="0">
                          <p:tn val="0"/>
                        </p:cond>
                      </p:stCondLst>
                      <p:childTnLst>
                        <p:par>
                          <p:cTn id="12" presetClass="entr" presetID="1" presetSubtype="0" fill="hold" grpId="0" nodeType="withEffect">
                            <p:stCondLst>
                              <p:cond delay="indefinite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cTn id="13" dur="500">
                                      <p:stCondLst>
                                        <p:cond delay="0"/>
                                      </p:stCondLst>
                                    </p:cTn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