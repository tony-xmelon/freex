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embeddings/chartWorkbook1.xlsx" ContentType="application/vnd.openxmlformats-officedocument.spreadsheetml.sheet"/>
  <Override PartName="/ppt/charts/chart2.xml" ContentType="application/vnd.openxmlformats-officedocument.drawingml.chart+xml"/>
  <Override PartName="/ppt/embeddings/chartWorkbook2.xlsx" ContentType="application/vnd.openxmlformats-officedocument.spreadsheetml.sheet"/>
  <Override PartName="/ppt/charts/chart3.xml" ContentType="application/vnd.openxmlformats-officedocument.drawingml.chart+xml"/>
  <Override PartName="/ppt/embeddings/chartWorkbook3.xlsx" ContentType="application/vnd.openxmlformats-officedocument.spreadsheetml.sheet"/>
  <Override PartName="/ppt/charts/chart4.xml" ContentType="application/vnd.openxmlformats-officedocument.drawingml.chart+xml"/>
  <Override PartName="/ppt/embeddings/chartWorkbook4.xlsx" ContentType="application/vnd.openxmlformats-officedocument.spreadsheetml.sheet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3"/>
  </p:sldMasterIdLst>
  <p:sldIdLst>
    <p:sldId id="256" r:id="rId2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/>
</file>

<file path=ppt/tableStyles.xml><?xml version="1.0" encoding="utf-8"?>
<p:tblStyleLst xmlns:p="http://schemas.openxmlformats.org/presentation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
<Relationships xmlns="http://schemas.openxmlformats.org/package/2006/relationships">
  <Relationship Id="rId2" Type="http://schemas.openxmlformats.org/officeDocument/2006/relationships/slide" Target="slides/slide1.xml" />
  <Relationship Id="rId1" Type="http://schemas.openxmlformats.org/officeDocument/2006/relationships/presProps" Target="presProps.xml" />
  <Relationship Id="rId3" Type="http://schemas.openxmlformats.org/officeDocument/2006/relationships/slideMaster" Target="slideMasters/slideMaster1.xml" />
  <Relationship Id="rId4" Type="http://schemas.openxmlformats.org/officeDocument/2006/relationships/viewProps" Target="viewProps.xml" />
  <Relationship Id="rId5" Type="http://schemas.openxmlformats.org/officeDocument/2006/relationships/tableStyles" Target="tableStyles.xml" />
</Relationships>
</file>

<file path=ppt/charts/_rels/chart1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1.xlsx" />
</Relationships>
</file>

<file path=ppt/charts/_rels/chart2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2.xlsx" />
</Relationships>
</file>

<file path=ppt/charts/_rels/chart3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3.xlsx" />
</Relationships>
</file>

<file path=ppt/charts/_rels/chart4.xml.rels><?xml version="1.0" encoding="utf-8" standalone="yes"?>
<Relationships xmlns="http://schemas.openxmlformats.org/package/2006/relationships">
  <Relationship Id="rIdWorkbook1" Type="http://schemas.openxmlformats.org/officeDocument/2006/relationships/package" Target="../embeddings/chartWorkbook4.xlsx" />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Stock: rising, falling, unchanged</a:t>
            </a:r>
          </a:p>
        </c:rich>
      </c:tx>
      <c:overlay val="0"/>
    </c:title>
    <c:autoTitleDeleted val="0"/>
    <c:plotArea>
      <c:stockChart>
        <c:ser>
          <c:idx val="0"/>
          <c:order val="0"/>
          <c:tx>
            <c:strRef>
              <c:f>ChartData!$B$1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High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15</c:v>
                </c:pt>
                <c:pt idx="1">
                  <c:v>16</c:v>
                </c:pt>
                <c:pt idx="2">
                  <c:v>14</c:v>
                </c:pt>
              </c:numCache>
            </c:numRef>
          </c:val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Low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8</c:v>
                </c:pt>
                <c:pt idx="1">
                  <c:v>11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strRef>
              <c:f>ChartData!$E$1</c:f>
              <c:strCache>
                <c:ptCount val="1"/>
                <c:pt idx="0">
                  <c:v>Close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</c:strCache>
            </c:strRef>
          </c:cat>
          <c:val>
            <c:numRef>
              <c:f>ChartData!$E$2:$E$4</c:f>
              <c:numCache>
                <c:formatCode>General</c:formatCode>
                <c:ptCount val="3"/>
                <c:pt idx="0">
                  <c:v>14</c:v>
                </c:pt>
                <c:pt idx="1">
                  <c:v>12</c:v>
                </c:pt>
                <c:pt idx="2">
                  <c:v>12</c:v>
                </c:pt>
              </c:numCache>
            </c:numRef>
          </c:val>
        </c:ser>
        <c:axId val="1"/>
        <c:axId val="2"/>
      </c:stockChart>
      <c:catAx>
        <c:axId val="1"/>
        <c:scaling>
          <c:orientation val="minMax"/>
        </c:scaling>
        <c:delete val="0"/>
        <c:axPos val="b"/>
        <c:majorGridlines/>
        <c:crossAx val="2"/>
      </c:catAx>
      <c:valAx>
        <c:axId val="2"/>
        <c:scaling>
          <c:orientation val="minMax"/>
        </c:scaling>
        <c:delete val="0"/>
        <c:axPos val="l"/>
        <c:majorGridlines/>
        <c:crossAx val="1"/>
      </c:valAx>
    </c:plotArea>
    <c:plotVisOnly val="1"/>
  </c:chart>
  <c:externalData r:id="rIdWorkbook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Surface: blank cell grid retention</a:t>
            </a:r>
          </a:p>
        </c:rich>
      </c:tx>
      <c:overlay val="0"/>
    </c:title>
    <c:autoTitleDeleted val="0"/>
    <c:plotArea>
      <c:surface3DChart>
        <c:varyColors val="1"/>
        <c:ser>
          <c:idx val="0"/>
          <c:order val="0"/>
          <c:tx>
            <c:strRef>
              <c:f>ChartData!$B$1</c:f>
              <c:strCache>
                <c:ptCount val="1"/>
                <c:pt idx="0">
                  <c:v>Low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Mid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18</c:v>
                </c:pt>
                <c:pt idx="1">
                  <c:v>22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ChartData!$D$1</c:f>
              <c:strCache>
                <c:ptCount val="1"/>
                <c:pt idx="0">
                  <c:v>High band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</c:strCache>
            </c:strRef>
          </c:cat>
          <c:val>
            <c:numRef>
              <c:f>ChartData!$D$2:$D$4</c:f>
              <c:numCache>
                <c:formatCode>General</c:formatCode>
                <c:ptCount val="3"/>
                <c:pt idx="0">
                  <c:v>28</c:v>
                </c:pt>
                <c:pt idx="1">
                  <c:v>24</c:v>
                </c:pt>
                <c:pt idx="2">
                  <c:v>35</c:v>
                </c:pt>
              </c:numCache>
            </c:numRef>
          </c:val>
        </c:ser>
        <c:axId val="1"/>
        <c:axId val="2"/>
        <c:axId val="5"/>
      </c:surface3DChart>
      <c:catAx>
        <c:axId val="1"/>
        <c:scaling>
          <c:orientation val="minMax"/>
        </c:scaling>
        <c:delete val="0"/>
        <c:axPos val="b"/>
        <c:majorGridlines/>
        <c:crossAx val="2"/>
      </c:catAx>
      <c:valAx>
        <c:axId val="2"/>
        <c:scaling>
          <c:orientation val="minMax"/>
        </c:scaling>
        <c:delete val="0"/>
        <c:axPos val="l"/>
        <c:majorGridlines/>
        <c:crossAx val="1"/>
      </c:valAx>
      <c:serAx>
        <c:axId val="5"/>
        <c:scaling>
          <c:orientation val="minMax"/>
        </c:scaling>
        <c:delete val="0"/>
        <c:axPos val="r"/>
        <c:majorTickMark val="none"/>
        <c:minorTickMark val="none"/>
        <c:tickLblPos val="nextTo"/>
        <c:crossAx val="2"/>
        <c:crosses val="autoZero"/>
        <c:lblOffset val="100"/>
      </c:serAx>
    </c:plotArea>
    <c:plotVisOnly val="1"/>
  </c:chart>
  <c:externalData r:id="rIdWorkbook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Scatter: smooth and straight series</a:t>
            </a:r>
          </a:p>
        </c:rich>
      </c:tx>
      <c:overlay val="0"/>
    </c:title>
    <c:autoTitleDeleted val="0"/>
    <c:plotArea>
      <c:scatterChart>
        <c:scatterStyle val="smoothMarker"/>
        <c:ser>
          <c:idx val="0"/>
          <c:order val="0"/>
          <c:tx>
            <c:strRef>
              <c:f>ChartData!$B$1</c:f>
              <c:strCache>
                <c:ptCount val="1"/>
                <c:pt idx="0">
                  <c:v>Smoothed</c:v>
                </c:pt>
              </c:strCache>
            </c:strRef>
          </c:tx>
          <c:xVal>
            <c:numRef>
              <c:f>ChartData!$A$2:$A$5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70</c:v>
                </c:pt>
                <c:pt idx="3">
                  <c:v>100</c:v>
                </c:pt>
              </c:numCache>
            </c:numRef>
          </c:xVal>
          <c:yVal>
            <c:numRef>
              <c:f>ChartData!$B$2:$B$5</c:f>
              <c:numCache>
                <c:formatCode>General</c:formatCode>
                <c:ptCount val="4"/>
                <c:pt idx="0">
                  <c:v>12</c:v>
                </c:pt>
                <c:pt idx="1">
                  <c:v>32</c:v>
                </c:pt>
                <c:pt idx="2">
                  <c:v>22</c:v>
                </c:pt>
                <c:pt idx="3">
                  <c:v>44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ChartData!$D$1</c:f>
              <c:strCache>
                <c:ptCount val="1"/>
                <c:pt idx="0">
                  <c:v>Straight override</c:v>
                </c:pt>
              </c:strCache>
            </c:strRef>
          </c:tx>
          <c:xVal>
            <c:numRef>
              <c:f>ChartData!$C$2:$C$5</c:f>
              <c:numCache>
                <c:formatCode>General</c:formatCode>
                <c:ptCount val="4"/>
                <c:pt idx="0">
                  <c:v>0</c:v>
                </c:pt>
                <c:pt idx="1">
                  <c:v>30</c:v>
                </c:pt>
                <c:pt idx="2">
                  <c:v>70</c:v>
                </c:pt>
                <c:pt idx="3">
                  <c:v>100</c:v>
                </c:pt>
              </c:numCache>
            </c:numRef>
          </c:xVal>
          <c:yVal>
            <c:numRef>
              <c:f>ChartData!$D$2:$D$5</c:f>
              <c:numCache>
                <c:formatCode>General</c:formatCode>
                <c:ptCount val="4"/>
                <c:pt idx="0">
                  <c:v>18</c:v>
                </c:pt>
                <c:pt idx="1">
                  <c:v>16</c:v>
                </c:pt>
                <c:pt idx="2">
                  <c:v>34</c:v>
                </c:pt>
                <c:pt idx="3">
                  <c:v>28</c:v>
                </c:pt>
              </c:numCache>
            </c:numRef>
          </c:yVal>
          <c:smooth val="0"/>
        </c:ser>
        <c:axId val="1"/>
        <c:axId val="2"/>
      </c:scatterChart>
      <c:valAx>
        <c:axId val="1"/>
        <c:scaling>
          <c:orientation val="minMax"/>
        </c:scaling>
        <c:delete val="0"/>
        <c:axPos val="b"/>
        <c:majorGridlines/>
        <c:crossAx val="2"/>
      </c:valAx>
      <c:valAx>
        <c:axId val="2"/>
        <c:scaling>
          <c:orientation val="minMax"/>
        </c:scaling>
        <c:delete val="0"/>
        <c:axPos val="l"/>
        <c:majorGridlines/>
        <c:crossAx val="1"/>
      </c:valAx>
    </c:plotArea>
    <c:plotVisOnly val="1"/>
  </c:chart>
  <c:externalData r:id="rIdWorkbook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100% stacked: normalized bands</a:t>
            </a:r>
          </a:p>
        </c:rich>
      </c:tx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ChartData!$B$1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ChartData!$C$1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ChartData!$C$2:$C$4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dLbls>
          <c:dLblPos val="ctr"/>
          <c:showVal val="1"/>
          <c:showPercent val="1"/>
        </c:dLbls>
        <c:axId val="1"/>
        <c:axId val="2"/>
      </c:barChart>
      <c:catAx>
        <c:axId val="1"/>
        <c:scaling>
          <c:orientation val="minMax"/>
        </c:scaling>
        <c:delete val="0"/>
        <c:axPos val="b"/>
        <c:majorGridlines/>
        <c:crossAx val="2"/>
      </c:catAx>
      <c:valAx>
        <c:axId val="2"/>
        <c:scaling>
          <c:orientation val="minMax"/>
        </c:scaling>
        <c:delete val="0"/>
        <c:axPos val="l"/>
        <c:majorGridlines/>
        <c:crossAx val="1"/>
      </c:valAx>
    </c:plotArea>
    <c:plotVisOnly val="1"/>
  </c:chart>
  <c:externalData r:id="rIdWorkbook1">
    <c:autoUpdate val="0"/>
  </c:externalData>
</c:chartSpace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  <Relationship Id="rIdChart1" Type="http://schemas.openxmlformats.org/officeDocument/2006/relationships/chart" Target="../charts/chart1.xml" />
  <Relationship Id="rIdChart2" Type="http://schemas.openxmlformats.org/officeDocument/2006/relationships/chart" Target="../charts/chart2.xml" />
  <Relationship Id="rIdChart3" Type="http://schemas.openxmlformats.org/officeDocument/2006/relationships/chart" Target="../charts/chart3.xml" />
  <Relationship Id="rIdChart4" Type="http://schemas.openxmlformats.org/officeDocument/2006/relationships/chart" Target="../charts/chart4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tock baseline"/>
          <p:cNvGraphicFramePr>
            <a:graphicFrameLocks noGrp="1"/>
          </p:cNvGraphicFramePr>
          <p:nvPr/>
        </p:nvGraphicFramePr>
        <p:xfrm>
          <a:off x="457200" y="457200"/>
          <a:ext cx="4572000" cy="2743200"/>
        </p:xfrm>
        <a:graphic>
          <a:graphicData uri="http://schemas.openxmlformats.org/drawingml/2006/chart">
            <c:chart xmlns:c="http://schemas.openxmlformats.org/drawingml/2006/chart" r:id="rIdChart1"/>
          </a:graphicData>
        </a:graphic>
      </p:graphicFrame>
      <p:graphicFrame>
        <p:nvGraphicFramePr>
          <p:cNvPr id="3" name="Surface baseline"/>
          <p:cNvGraphicFramePr>
            <a:graphicFrameLocks noGrp="1"/>
          </p:cNvGraphicFramePr>
          <p:nvPr/>
        </p:nvGraphicFramePr>
        <p:xfrm>
          <a:off x="5257800" y="457200"/>
          <a:ext cx="4572000" cy="2743200"/>
        </p:xfrm>
        <a:graphic>
          <a:graphicData uri="http://schemas.openxmlformats.org/drawingml/2006/chart">
            <c:chart xmlns:c="http://schemas.openxmlformats.org/drawingml/2006/chart" r:id="rIdChart2"/>
          </a:graphicData>
        </a:graphic>
      </p:graphicFrame>
      <p:graphicFrame>
        <p:nvGraphicFramePr>
          <p:cNvPr id="4" name="Smooth scatter baseline"/>
          <p:cNvGraphicFramePr>
            <a:graphicFrameLocks noGrp="1"/>
          </p:cNvGraphicFramePr>
          <p:nvPr/>
        </p:nvGraphicFramePr>
        <p:xfrm>
          <a:off x="457200" y="3429000"/>
          <a:ext cx="4572000" cy="2743200"/>
        </p:xfrm>
        <a:graphic>
          <a:graphicData uri="http://schemas.openxmlformats.org/drawingml/2006/chart">
            <c:chart xmlns:c="http://schemas.openxmlformats.org/drawingml/2006/chart" r:id="rIdChart3"/>
          </a:graphicData>
        </a:graphic>
      </p:graphicFrame>
      <p:graphicFrame>
        <p:nvGraphicFramePr>
          <p:cNvPr id="5" name="Stacked 100 baseline"/>
          <p:cNvGraphicFramePr>
            <a:graphicFrameLocks noGrp="1"/>
          </p:cNvGraphicFramePr>
          <p:nvPr/>
        </p:nvGraphicFramePr>
        <p:xfrm>
          <a:off x="5257800" y="3429000"/>
          <a:ext cx="4572000" cy="2743200"/>
        </p:xfrm>
        <a:graphic>
          <a:graphicData uri="http://schemas.openxmlformats.org/drawingml/2006/chart">
            <c:chart xmlns:c="http://schemas.openxmlformats.org/drawingml/2006/chart" r:id="rIdChart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