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slides/slide2.xml" ContentType="application/vnd.openxmlformats-officedocument.presentationml.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slides/slide3.xml" ContentType="application/vnd.openxmlformats-officedocument.presentationml.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slides/slide4.xml" ContentType="application/vnd.openxmlformats-officedocument.presentationml.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</Types>
</file>

<file path=_rels/.rels>&#65279;<?xml version="1.0" encoding="utf-8" standalone="yes"?>
<Relationships xmlns="http://schemas.openxmlformats.org/package/2006/relationships">
  <Relationship Id="rId1" Type="http://schemas.openxmlformats.org/officeDocument/2006/relationships/officeDocument" Target="ppt/presentation.xml" />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Master1"/>
  </p:sldMasterIdLst>
  <p:sldIdLst>
    <p:sldId id="256" r:id="rIdSlide1"/>
    <p:sldId id="257" r:id="rIdSlide2"/>
    <p:sldId id="258" r:id="rIdSlide3"/>
    <p:sldId id="259" r:id="rIdSlide4"/>
  </p:sldIdLst>
  <p:sldSz cx="9144000" cy="6858000"/>
  <p:notesSz cx="6858000" cy="9144000"/>
</p:presentation>
</file>

<file path=ppt/_rels/presentation.xml.rels>&#65279;<?xml version="1.0" encoding="utf-8" standalone="yes"?>
<Relationships xmlns="http://schemas.openxmlformats.org/package/2006/relationships">
  <Relationship Id="rIdMaster1" Type="http://schemas.openxmlformats.org/officeDocument/2006/relationships/slideMaster" Target="slideMasters/slideMaster1.xml" />
  <Relationship Id="rIdSlide1" Type="http://schemas.openxmlformats.org/officeDocument/2006/relationships/slide" Target="slides/slide1.xml" />
  <Relationship Id="rIdSlide2" Type="http://schemas.openxmlformats.org/officeDocument/2006/relationships/slide" Target="slides/slide2.xml" />
  <Relationship Id="rIdSlide3" Type="http://schemas.openxmlformats.org/officeDocument/2006/relationships/slide" Target="slides/slide3.xml" />
  <Relationship Id="rIdSlide4" Type="http://schemas.openxmlformats.org/officeDocument/2006/relationships/slide" Target="slides/slide4.xml" />
</Relationships>
</file>

<file path=ppt/diagrams/_rels/data1.xml.rels>&#65279;<?xml version="1.0" encoding="utf-8" standalone="yes"?>
<Relationships xmlns="http://schemas.openxmlformats.org/package/2006/relationships">
  <Relationship Id="rIdDraw1" Type="http://schemas.microsoft.com/office/2007/relationships/diagramDrawing" Target="drawing1.xml" />
</Relationships>
</file>

<file path=ppt/diagrams/_rels/data2.xml.rels>&#65279;<?xml version="1.0" encoding="utf-8" standalone="yes"?>
<Relationships xmlns="http://schemas.openxmlformats.org/package/2006/relationships">
  <Relationship Id="rIdDraw1" Type="http://schemas.microsoft.com/office/2007/relationships/diagramDrawing" Target="drawing2.xml" />
</Relationships>
</file>

<file path=ppt/diagrams/_rels/data3.xml.rels>&#65279;<?xml version="1.0" encoding="utf-8" standalone="yes"?>
<Relationships xmlns="http://schemas.openxmlformats.org/package/2006/relationships">
  <Relationship Id="rIdDraw1" Type="http://schemas.microsoft.com/office/2007/relationships/diagramDrawing" Target="drawing3.xml" />
</Relationships>
</file>

<file path=ppt/diagrams/_rels/data4.xml.rels>&#65279;<?xml version="1.0" encoding="utf-8" standalone="yes"?>
<Relationships xmlns="http://schemas.openxmlformats.org/package/2006/relationships">
  <Relationship Id="rIdDraw1" Type="http://schemas.microsoft.com/office/2007/relationships/diagramDrawing" Target="drawing4.xml" />
</Relationships>
</file>

<file path=ppt/diagrams/colors1.xml><?xml version="1.0" encoding="utf-8"?>
<dgm:colorsDef xmlns:dgm="http://schemas.openxmlformats.org/drawingml/2006/diagram"/>
</file>

<file path=ppt/diagrams/colors2.xml><?xml version="1.0" encoding="utf-8"?>
<dgm:colorsDef xmlns:dgm="http://schemas.openxmlformats.org/drawingml/2006/diagram"/>
</file>

<file path=ppt/diagrams/colors3.xml><?xml version="1.0" encoding="utf-8"?>
<dgm:colorsDef xmlns:dgm="http://schemas.openxmlformats.org/drawingml/2006/diagram"/>
</file>

<file path=ppt/diagrams/colors4.xml><?xml version="1.0" encoding="utf-8"?>
<dgm:colorsDef xmlns:dgm="http://schemas.openxmlformats.org/drawingml/2006/diagram"/>
</file>

<file path=ppt/diagrams/data1.xml><?xml version="1.0" encoding="utf-8"?>
<dgm:dataModel xmlns:dgm="http://schemas.openxmlformats.org/drawingml/2006/diagram" xmlns:a="http://schemas.openxmlformats.org/drawingml/2006/main">
  <dgm:ptLst>
    <dgm:pt modelId="n1" type="node">
      <dgm:t>
        <a:p>
          <a:r>
            <a:rPr lang="en-US"/>
            <a:t>Plan</a:t>
          </a:r>
        </a:p>
      </dgm:t>
    </dgm:pt>
    <dgm:pt modelId="n2" type="node">
      <dgm:t>
        <a:p>
          <a:r>
            <a:rPr lang="en-US"/>
            <a:t>Design</a:t>
          </a:r>
        </a:p>
      </dgm:t>
    </dgm:pt>
    <dgm:pt modelId="n3" type="node">
      <dgm:t>
        <a:p>
          <a:r>
            <a:rPr lang="en-US"/>
            <a:t>Build</a:t>
          </a:r>
        </a:p>
      </dgm:t>
    </dgm:pt>
    <dgm:pt modelId="n4" type="node">
      <dgm:t>
        <a:p>
          <a:r>
            <a:rPr lang="en-US"/>
            <a:t>Test</a:t>
          </a:r>
        </a:p>
      </dgm:t>
    </dgm:pt>
    <dgm:pt modelId="n5" type="node">
      <dgm:t>
        <a:p>
          <a:r>
            <a:rPr lang="en-US"/>
            <a:t>Deploy</a:t>
          </a:r>
        </a:p>
      </dgm:t>
    </dgm:pt>
  </dgm:ptLst>
  <dgm:cxnLst>
    <dgm:cxn type="parOf" srcId="n1" destId="n2"/>
    <dgm:cxn type="parOf" srcId="n2" destId="n3"/>
    <dgm:cxn type="parOf" srcId="n3" destId="n4"/>
    <dgm:cxn type="parOf" srcId="n4" destId="n5"/>
  </dgm:cxn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r" type="node">
      <dgm:t>
        <a:p>
          <a:r>
            <a:rPr lang="en-US"/>
            <a:t>CEO</a:t>
          </a:r>
        </a:p>
      </dgm:t>
    </dgm:pt>
    <dgm:pt modelId="c1" type="node">
      <dgm:t>
        <a:p>
          <a:r>
            <a:rPr lang="en-US"/>
            <a:t>VP Sales</a:t>
          </a:r>
        </a:p>
      </dgm:t>
    </dgm:pt>
    <dgm:pt modelId="c2" type="node">
      <dgm:t>
        <a:p>
          <a:r>
            <a:rPr lang="en-US"/>
            <a:t>VP Engineering</a:t>
          </a:r>
        </a:p>
      </dgm:t>
    </dgm:pt>
    <dgm:pt modelId="c3" type="node">
      <dgm:t>
        <a:p>
          <a:r>
            <a:rPr lang="en-US"/>
            <a:t>VP Marketing</a:t>
          </a:r>
        </a:p>
      </dgm:t>
    </dgm:pt>
  </dgm:ptLst>
  <dgm:cxnLst>
    <dgm:cxn type="parOf" srcId="r" destId="c1"/>
    <dgm:cxn type="parOf" srcId="r" destId="c2"/>
    <dgm:cxn type="parOf" srcId="r" destId="c3"/>
  </dgm:cxn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a" type="node">
      <dgm:t>
        <a:p>
          <a:r>
            <a:rPr lang="en-US"/>
            <a:t>Idea</a:t>
          </a:r>
        </a:p>
      </dgm:t>
    </dgm:pt>
    <dgm:pt modelId="b" type="node">
      <dgm:t>
        <a:p>
          <a:r>
            <a:rPr lang="en-US"/>
            <a:t>Plan</a:t>
          </a:r>
        </a:p>
      </dgm:t>
    </dgm:pt>
    <dgm:pt modelId="c" type="node">
      <dgm:t>
        <a:p>
          <a:r>
            <a:rPr lang="en-US"/>
            <a:t>Execute</a:t>
          </a:r>
        </a:p>
      </dgm:t>
    </dgm:pt>
    <dgm:pt modelId="d" type="node">
      <dgm:t>
        <a:p>
          <a:r>
            <a:rPr lang="en-US"/>
            <a:t>Review</a:t>
          </a:r>
        </a:p>
      </dgm:t>
    </dgm:pt>
    <dgm:pt modelId="e" type="node">
      <dgm:t>
        <a:p>
          <a:r>
            <a:rPr lang="en-US"/>
            <a:t>Improve</a:t>
          </a:r>
        </a:p>
      </dgm:t>
    </dgm:pt>
  </dgm:ptLst>
  <dgm:cxnLst/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i1" type="node">
      <dgm:t>
        <a:p>
          <a:r>
            <a:rPr lang="en-US"/>
            <a:t>Requirement 1</a:t>
          </a:r>
        </a:p>
      </dgm:t>
    </dgm:pt>
    <dgm:pt modelId="i2" type="node">
      <dgm:t>
        <a:p>
          <a:r>
            <a:rPr lang="en-US"/>
            <a:t>Requirement 2</a:t>
          </a:r>
        </a:p>
      </dgm:t>
    </dgm:pt>
    <dgm:pt modelId="i3" type="node">
      <dgm:t>
        <a:p>
          <a:r>
            <a:rPr lang="en-US"/>
            <a:t>Requirement 3</a:t>
          </a:r>
        </a:p>
      </dgm:t>
    </dgm:pt>
    <dgm:pt modelId="i4" type="node">
      <dgm:t>
        <a:p>
          <a:r>
            <a:rPr lang="en-US"/>
            <a:t>Requirement 4</a:t>
          </a:r>
        </a:p>
      </dgm:t>
    </dgm:pt>
  </dgm:ptLst>
  <dgm:cxnLst/>
</dgm:dataModel>
</file>

<file path=ppt/diagrams/drawing1.xml><?xml version="1.0" encoding="utf-8"?>
<dsp:drawing xmlns:dsp="http://schemas.microsoft.com/office/drawing/2008/diagram">
  <dsp:spTree/>
</dsp:drawing>
</file>

<file path=ppt/diagrams/drawing2.xml><?xml version="1.0" encoding="utf-8"?>
<dsp:drawing xmlns:dsp="http://schemas.microsoft.com/office/drawing/2008/diagram">
  <dsp:spTree/>
</dsp:drawing>
</file>

<file path=ppt/diagrams/drawing3.xml><?xml version="1.0" encoding="utf-8"?>
<dsp:drawing xmlns:dsp="http://schemas.microsoft.com/office/drawing/2008/diagram">
  <dsp:spTree/>
</dsp:drawing>
</file>

<file path=ppt/diagrams/drawing4.xml><?xml version="1.0" encoding="utf-8"?>
<dsp:drawing xmlns:dsp="http://schemas.microsoft.com/office/drawing/2008/diagram">
  <dsp:spTree/>
</dsp:drawing>
</file>

<file path=ppt/diagrams/layout1.xml><?xml version="1.0" encoding="utf-8"?>
<dgm:layoutDef xmlns:dgm="http://schemas.openxmlformats.org/drawingml/2006/diagram" uniqueId="urn:microsoft.com/office/officeart/2005/8/layout/process1"/>
</file>

<file path=ppt/diagrams/layout2.xml><?xml version="1.0" encoding="utf-8"?>
<dgm:layoutDef xmlns:dgm="http://schemas.openxmlformats.org/drawingml/2006/diagram" uniqueId="urn:microsoft.com/office/officeart/2005/8/layout/hierarchy1"/>
</file>

<file path=ppt/diagrams/layout3.xml><?xml version="1.0" encoding="utf-8"?>
<dgm:layoutDef xmlns:dgm="http://schemas.openxmlformats.org/drawingml/2006/diagram" uniqueId="urn:microsoft.com/office/officeart/2005/8/layout/cycle1"/>
</file>

<file path=ppt/diagrams/layout4.xml><?xml version="1.0" encoding="utf-8"?>
<dgm:layoutDef xmlns:dgm="http://schemas.openxmlformats.org/drawingml/2006/diagram" uniqueId="urn:microsoft.com/office/officeart/2005/8/layout/list1"/>
</file>

<file path=ppt/diagrams/quickStyle1.xml><?xml version="1.0" encoding="utf-8"?>
<dgm:styleDef xmlns:dgm="http://schemas.openxmlformats.org/drawingml/2006/diagram"/>
</file>

<file path=ppt/diagrams/quickStyle2.xml><?xml version="1.0" encoding="utf-8"?>
<dgm:styleDef xmlns:dgm="http://schemas.openxmlformats.org/drawingml/2006/diagram"/>
</file>

<file path=ppt/diagrams/quickStyle3.xml><?xml version="1.0" encoding="utf-8"?>
<dgm:styleDef xmlns:dgm="http://schemas.openxmlformats.org/drawingml/2006/diagram"/>
</file>

<file path=ppt/diagrams/quickStyle4.xml><?xml version="1.0" encoding="utf-8"?>
<dgm:styleDef xmlns:dgm="http://schemas.openxmlformats.org/drawingml/2006/diagram"/>
</file>

<file path=ppt/slideLayouts/_rels/slideLayout1.xml.rels>&#65279;<?xml version="1.0" encoding="utf-8" standalone="yes"?>
<Relationships xmlns="http://schemas.openxmlformats.org/package/2006/relationships">
  <Relationship Id="rId1" Type="http://schemas.openxmlformats.org/officeDocument/2006/relationships/slideMaster" Target="../slideMasters/slideMaster1.xml" />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&#65279;<?xml version="1.0" encoding="utf-8" standalone="yes"?>
<Relationships xmlns="http://schemas.openxmlformats.org/package/2006/relationships">
  <Relationship Id="rId1" Type="http://schemas.openxmlformats.org/officeDocument/2006/relationships/theme" Target="../theme/theme1.xml" />
  <Relationship Id="rId2" Type="http://schemas.openxmlformats.org/officeDocument/2006/relationships/slideLayout" Target="../slideLayouts/slideLayout1.xml" />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sldMaster>
</file>

<file path=ppt/slides/_rels/slide1.xml.rels>&#65279;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 />
  <Relationship Id="rIdDm1" Type="http://schemas.openxmlformats.org/officeDocument/2006/relationships/diagramData" Target="../diagrams/data1.xml" />
  <Relationship Id="rIdLo1" Type="http://schemas.openxmlformats.org/officeDocument/2006/relationships/diagramLayout" Target="../diagrams/layout1.xml" />
  <Relationship Id="rIdQs1" Type="http://schemas.openxmlformats.org/officeDocument/2006/relationships/diagramQuickStyle" Target="../diagrams/quickStyle1.xml" />
  <Relationship Id="rIdCs1" Type="http://schemas.openxmlformats.org/officeDocument/2006/relationships/diagramColors" Target="../diagrams/colors1.xml" />
</Relationships>
</file>

<file path=ppt/slides/_rels/slide2.xml.rels>&#65279;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 />
  <Relationship Id="rIdDm1" Type="http://schemas.openxmlformats.org/officeDocument/2006/relationships/diagramData" Target="../diagrams/data2.xml" />
  <Relationship Id="rIdLo1" Type="http://schemas.openxmlformats.org/officeDocument/2006/relationships/diagramLayout" Target="../diagrams/layout2.xml" />
  <Relationship Id="rIdQs1" Type="http://schemas.openxmlformats.org/officeDocument/2006/relationships/diagramQuickStyle" Target="../diagrams/quickStyle2.xml" />
  <Relationship Id="rIdCs1" Type="http://schemas.openxmlformats.org/officeDocument/2006/relationships/diagramColors" Target="../diagrams/colors2.xml" />
</Relationships>
</file>

<file path=ppt/slides/_rels/slide3.xml.rels>&#65279;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 />
  <Relationship Id="rIdDm1" Type="http://schemas.openxmlformats.org/officeDocument/2006/relationships/diagramData" Target="../diagrams/data3.xml" />
  <Relationship Id="rIdLo1" Type="http://schemas.openxmlformats.org/officeDocument/2006/relationships/diagramLayout" Target="../diagrams/layout3.xml" />
  <Relationship Id="rIdQs1" Type="http://schemas.openxmlformats.org/officeDocument/2006/relationships/diagramQuickStyle" Target="../diagrams/quickStyle3.xml" />
  <Relationship Id="rIdCs1" Type="http://schemas.openxmlformats.org/officeDocument/2006/relationships/diagramColors" Target="../diagrams/colors3.xml" />
</Relationships>
</file>

<file path=ppt/slides/_rels/slide4.xml.rels>&#65279;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 />
  <Relationship Id="rIdDm1" Type="http://schemas.openxmlformats.org/officeDocument/2006/relationships/diagramData" Target="../diagrams/data4.xml" />
  <Relationship Id="rIdLo1" Type="http://schemas.openxmlformats.org/officeDocument/2006/relationships/diagramLayout" Target="../diagrams/layout4.xml" />
  <Relationship Id="rIdQs1" Type="http://schemas.openxmlformats.org/officeDocument/2006/relationships/diagramQuickStyle" Target="../diagrams/quickStyle4.xml" />
  <Relationship Id="rIdCs1" Type="http://schemas.openxmlformats.org/officeDocument/2006/relationships/diagramColors" Target="../diagrams/colors4.xml" />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130000"/>
            <a:ext cx="8229600" cy="43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/>
              <a:t>SmartArt Live — Process</a:t>
            </a:r>
          </a:p>
        </p:txBody>
      </p:sp>
      <p:graphicFrame>
        <p:nvGraphicFramePr>
          <p:cNvPr id="3" name="SmartArt 1"/>
          <p:cNvGraphicFramePr/>
          <p:nvPr/>
        </p:nvGraphicFramePr>
        <p:xfrm>
          <a:off x="457200" y="680000"/>
          <a:ext cx="8229600" cy="574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Dm1" r:lo="rIdLo1" r:qs="rIdQs1" r:cs="rIdCs1"/>
          </a:graphicData>
        </a:graphic>
      </p:graphicFrame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130000"/>
            <a:ext cx="8229600" cy="43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/>
              <a:t>SmartArt Live — Hierarchy</a:t>
            </a:r>
          </a:p>
        </p:txBody>
      </p:sp>
      <p:graphicFrame>
        <p:nvGraphicFramePr>
          <p:cNvPr id="3" name="SmartArt 2"/>
          <p:cNvGraphicFramePr/>
          <p:nvPr/>
        </p:nvGraphicFramePr>
        <p:xfrm>
          <a:off x="457200" y="680000"/>
          <a:ext cx="8229600" cy="574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Dm1" r:lo="rIdLo1" r:qs="rIdQs1" r:cs="rIdCs1"/>
          </a:graphicData>
        </a:graphic>
      </p:graphicFrame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130000"/>
            <a:ext cx="8229600" cy="43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/>
              <a:t>SmartArt Live — Cycle</a:t>
            </a:r>
          </a:p>
        </p:txBody>
      </p:sp>
      <p:graphicFrame>
        <p:nvGraphicFramePr>
          <p:cNvPr id="3" name="SmartArt 3"/>
          <p:cNvGraphicFramePr/>
          <p:nvPr/>
        </p:nvGraphicFramePr>
        <p:xfrm>
          <a:off x="457200" y="680000"/>
          <a:ext cx="8229600" cy="574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Dm1" r:lo="rIdLo1" r:qs="rIdQs1" r:cs="rIdCs1"/>
          </a:graphicData>
        </a:graphic>
      </p:graphicFrame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130000"/>
            <a:ext cx="8229600" cy="43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/>
              <a:t>SmartArt Live — List</a:t>
            </a:r>
          </a:p>
        </p:txBody>
      </p:sp>
      <p:graphicFrame>
        <p:nvGraphicFramePr>
          <p:cNvPr id="3" name="SmartArt 4"/>
          <p:cNvGraphicFramePr/>
          <p:nvPr/>
        </p:nvGraphicFramePr>
        <p:xfrm>
          <a:off x="457200" y="680000"/>
          <a:ext cx="8229600" cy="574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Dm1" r:lo="rIdLo1" r:qs="rIdQs1" r:cs="rIdCs1"/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/>
  </a:themeElements>
</a:theme>
</file>