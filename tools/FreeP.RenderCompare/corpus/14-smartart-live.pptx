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5="http://schemas.microsoft.com/office/powerpoint/2012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102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E0F075D-BCDB-40BC-8DC5-03303CBD345E}" type="doc">
      <dgm:prSet loTypeId="urn:microsoft.com/office/officeart/2008/layout/IncreasingCircleProces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15D6240-DA03-42B6-9DEA-DD29A7AE06ED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EFEE050C-E2C8-427E-8BFC-4F3C8441E51A}" type="parTrans" cxnId="{628CDFB1-A557-4F8C-946F-A62F697069EF}">
      <dgm:prSet/>
      <dgm:spPr/>
      <dgm:t>
        <a:bodyPr/>
        <a:lstStyle/>
        <a:p>
          <a:endParaRPr lang="en-US"/>
        </a:p>
      </dgm:t>
    </dgm:pt>
    <dgm:pt modelId="{D6E36454-9674-434A-A77B-ED184E000876}" type="sibTrans" cxnId="{628CDFB1-A557-4F8C-946F-A62F697069EF}">
      <dgm:prSet/>
      <dgm:spPr/>
      <dgm:t>
        <a:bodyPr/>
        <a:lstStyle/>
        <a:p>
          <a:endParaRPr lang="en-US"/>
        </a:p>
      </dgm:t>
    </dgm:pt>
    <dgm:pt modelId="{365942A2-A31B-4AB5-BB7F-A91CBBD8DC11}">
      <dgm:prSet phldrT="[Text]"/>
      <dgm:spPr/>
      <dgm:t>
        <a:bodyPr/>
        <a:lstStyle/>
        <a:p>
          <a:r>
            <a:rPr lang="en-US"/>
            <a:t>Design</a:t>
          </a:r>
        </a:p>
      </dgm:t>
    </dgm:pt>
    <dgm:pt modelId="{BEFBA1E0-09F3-4010-8352-41E5B7D71F97}" type="parTrans" cxnId="{B9F9BF63-0549-46DB-A648-968EE587FF54}">
      <dgm:prSet/>
      <dgm:spPr/>
      <dgm:t>
        <a:bodyPr/>
        <a:lstStyle/>
        <a:p>
          <a:endParaRPr lang="en-US"/>
        </a:p>
      </dgm:t>
    </dgm:pt>
    <dgm:pt modelId="{7252A203-DD45-4513-9B47-134B0958ABE9}" type="sibTrans" cxnId="{B9F9BF63-0549-46DB-A648-968EE587FF54}">
      <dgm:prSet/>
      <dgm:spPr/>
      <dgm:t>
        <a:bodyPr/>
        <a:lstStyle/>
        <a:p>
          <a:endParaRPr lang="en-US"/>
        </a:p>
      </dgm:t>
    </dgm:pt>
    <dgm:pt modelId="{0DD3D14F-65AE-4DFB-A219-E3315073D2A3}">
      <dgm:prSet phldrT="[Text]"/>
      <dgm:spPr/>
      <dgm:t>
        <a:bodyPr/>
        <a:lstStyle/>
        <a:p>
          <a:r>
            <a:rPr lang="en-US"/>
            <a:t>Build</a:t>
          </a:r>
        </a:p>
      </dgm:t>
    </dgm:pt>
    <dgm:pt modelId="{1EF11426-2302-4884-A323-48A8F898BE03}" type="parTrans" cxnId="{15F3E09B-F4AA-41C8-B7B7-9A99F1C4C2ED}">
      <dgm:prSet/>
      <dgm:spPr/>
      <dgm:t>
        <a:bodyPr/>
        <a:lstStyle/>
        <a:p>
          <a:endParaRPr lang="en-US"/>
        </a:p>
      </dgm:t>
    </dgm:pt>
    <dgm:pt modelId="{9ADC6558-090A-4036-8B43-F57755832FE2}" type="sibTrans" cxnId="{15F3E09B-F4AA-41C8-B7B7-9A99F1C4C2ED}">
      <dgm:prSet/>
      <dgm:spPr/>
      <dgm:t>
        <a:bodyPr/>
        <a:lstStyle/>
        <a:p>
          <a:endParaRPr lang="en-US"/>
        </a:p>
      </dgm:t>
    </dgm:pt>
    <dgm:pt modelId="{37663761-B58F-4A7D-BE0B-986E735CEA03}">
      <dgm:prSet phldrT="[Text]"/>
      <dgm:spPr/>
      <dgm:t>
        <a:bodyPr/>
        <a:lstStyle/>
        <a:p>
          <a:r>
            <a:rPr lang="en-US"/>
            <a:t>Test</a:t>
          </a:r>
        </a:p>
      </dgm:t>
    </dgm:pt>
    <dgm:pt modelId="{2F9AEBFA-0EAA-40FC-8B73-BCCA55276D69}" type="parTrans" cxnId="{609D9B68-F882-4935-B6C0-E4432C6F983B}">
      <dgm:prSet/>
      <dgm:spPr/>
      <dgm:t>
        <a:bodyPr/>
        <a:lstStyle/>
        <a:p>
          <a:endParaRPr lang="en-US"/>
        </a:p>
      </dgm:t>
    </dgm:pt>
    <dgm:pt modelId="{B85B39CB-2D06-4A91-8620-DD14182E11C7}" type="sibTrans" cxnId="{609D9B68-F882-4935-B6C0-E4432C6F983B}">
      <dgm:prSet/>
      <dgm:spPr/>
      <dgm:t>
        <a:bodyPr/>
        <a:lstStyle/>
        <a:p>
          <a:endParaRPr lang="en-US"/>
        </a:p>
      </dgm:t>
    </dgm:pt>
    <dgm:pt modelId="{141ECBA5-91F9-4F47-8B54-898596A08D9D}">
      <dgm:prSet phldrT="[Text]"/>
      <dgm:spPr/>
      <dgm:t>
        <a:bodyPr/>
        <a:lstStyle/>
        <a:p>
          <a:r>
            <a:rPr lang="en-US"/>
            <a:t>Deploy</a:t>
          </a:r>
        </a:p>
      </dgm:t>
    </dgm:pt>
    <dgm:pt modelId="{9EC21B02-6214-4D69-B2C9-2538C6A66523}" type="parTrans" cxnId="{91D8C2EC-D34B-43D6-9D93-64D02169C1AC}">
      <dgm:prSet/>
      <dgm:spPr/>
      <dgm:t>
        <a:bodyPr/>
        <a:lstStyle/>
        <a:p>
          <a:endParaRPr lang="en-US"/>
        </a:p>
      </dgm:t>
    </dgm:pt>
    <dgm:pt modelId="{8C5C011E-AAE6-4639-8EFD-5C7C6D9BA7DA}" type="sibTrans" cxnId="{91D8C2EC-D34B-43D6-9D93-64D02169C1AC}">
      <dgm:prSet/>
      <dgm:spPr/>
      <dgm:t>
        <a:bodyPr/>
        <a:lstStyle/>
        <a:p>
          <a:endParaRPr lang="en-US"/>
        </a:p>
      </dgm:t>
    </dgm:pt>
    <dgm:pt modelId="{37E5E37F-C7B8-4F12-BBAE-959D61B51915}">
      <dgm:prSet phldrT="[Text]" phldr="1"/>
      <dgm:spPr/>
      <dgm:t>
        <a:bodyPr/>
        <a:lstStyle/>
        <a:p>
          <a:endParaRPr lang="en-US"/>
        </a:p>
      </dgm:t>
    </dgm:pt>
    <dgm:pt modelId="{CD3008C1-6B4F-4790-9B3D-1F6002760529}" type="parTrans" cxnId="{0D739645-0310-4F21-BD63-F20E2A4E258C}">
      <dgm:prSet/>
      <dgm:spPr/>
      <dgm:t>
        <a:bodyPr/>
        <a:lstStyle/>
        <a:p>
          <a:endParaRPr lang="en-US"/>
        </a:p>
      </dgm:t>
    </dgm:pt>
    <dgm:pt modelId="{6419BBA1-882A-4EA5-BCE0-B04109FE3622}" type="sibTrans" cxnId="{0D739645-0310-4F21-BD63-F20E2A4E258C}">
      <dgm:prSet/>
      <dgm:spPr/>
      <dgm:t>
        <a:bodyPr/>
        <a:lstStyle/>
        <a:p>
          <a:endParaRPr lang="en-US"/>
        </a:p>
      </dgm:t>
    </dgm:pt>
    <dgm:pt modelId="{AE001C91-1D9F-4A9C-958D-DD0EB6925FF1}" type="pres">
      <dgm:prSet presAssocID="{3E0F075D-BCDB-40BC-8DC5-03303CBD345E}" presName="Name0" presStyleCnt="0">
        <dgm:presLayoutVars>
          <dgm:chMax val="7"/>
          <dgm:chPref val="7"/>
          <dgm:dir/>
          <dgm:animOne val="branch"/>
          <dgm:animLvl val="lvl"/>
        </dgm:presLayoutVars>
      </dgm:prSet>
      <dgm:spPr/>
    </dgm:pt>
    <dgm:pt modelId="{F415AA97-014C-4BDA-BF2B-8D129830700D}" type="pres">
      <dgm:prSet presAssocID="{015D6240-DA03-42B6-9DEA-DD29A7AE06ED}" presName="composite" presStyleCnt="0"/>
      <dgm:spPr/>
    </dgm:pt>
    <dgm:pt modelId="{13928B8B-99D9-4F5B-AD51-C2D1B8C98831}" type="pres">
      <dgm:prSet presAssocID="{015D6240-DA03-42B6-9DEA-DD29A7AE06ED}" presName="BackAccent" presStyleLbl="bgShp" presStyleIdx="0" presStyleCnt="3"/>
      <dgm:spPr/>
    </dgm:pt>
    <dgm:pt modelId="{B8538921-88AB-477C-9316-C6174802317E}" type="pres">
      <dgm:prSet presAssocID="{015D6240-DA03-42B6-9DEA-DD29A7AE06ED}" presName="Accent" presStyleLbl="alignNode1" presStyleIdx="0" presStyleCnt="3"/>
      <dgm:spPr/>
    </dgm:pt>
    <dgm:pt modelId="{6015518C-1A08-4E5E-9AE8-47929964CF72}" type="pres">
      <dgm:prSet presAssocID="{015D6240-DA03-42B6-9DEA-DD29A7AE06ED}" presName="Child" presStyleLbl="revTx" presStyleIdx="0" presStyleCnt="6">
        <dgm:presLayoutVars>
          <dgm:chMax val="0"/>
          <dgm:chPref val="0"/>
          <dgm:bulletEnabled val="1"/>
        </dgm:presLayoutVars>
      </dgm:prSet>
      <dgm:spPr/>
    </dgm:pt>
    <dgm:pt modelId="{BF6F942A-DAA1-467D-A813-D80E4A10A270}" type="pres">
      <dgm:prSet presAssocID="{015D6240-DA03-42B6-9DEA-DD29A7AE06ED}" presName="Parent" presStyleLbl="revTx" presStyleIdx="1" presStyleCnt="6">
        <dgm:presLayoutVars>
          <dgm:chMax val="1"/>
          <dgm:chPref val="1"/>
          <dgm:bulletEnabled val="1"/>
        </dgm:presLayoutVars>
      </dgm:prSet>
      <dgm:spPr/>
    </dgm:pt>
    <dgm:pt modelId="{D8DB01C5-CA79-4631-8BE6-F2553A0B0048}" type="pres">
      <dgm:prSet presAssocID="{D6E36454-9674-434A-A77B-ED184E000876}" presName="sibTrans" presStyleCnt="0"/>
      <dgm:spPr/>
    </dgm:pt>
    <dgm:pt modelId="{E4E03E75-2737-4019-83EE-ECEFF5D20E1D}" type="pres">
      <dgm:prSet presAssocID="{0DD3D14F-65AE-4DFB-A219-E3315073D2A3}" presName="composite" presStyleCnt="0"/>
      <dgm:spPr/>
    </dgm:pt>
    <dgm:pt modelId="{C5EED73C-4D07-4A80-BDBA-0F8E701CF91D}" type="pres">
      <dgm:prSet presAssocID="{0DD3D14F-65AE-4DFB-A219-E3315073D2A3}" presName="BackAccent" presStyleLbl="bgShp" presStyleIdx="1" presStyleCnt="3"/>
      <dgm:spPr/>
    </dgm:pt>
    <dgm:pt modelId="{BB4733EE-AC16-4FC5-BFB3-A1ADC0880B0B}" type="pres">
      <dgm:prSet presAssocID="{0DD3D14F-65AE-4DFB-A219-E3315073D2A3}" presName="Accent" presStyleLbl="alignNode1" presStyleIdx="1" presStyleCnt="3"/>
      <dgm:spPr/>
    </dgm:pt>
    <dgm:pt modelId="{4E7340F6-9A6E-433E-A406-2FA8DBAF00C2}" type="pres">
      <dgm:prSet presAssocID="{0DD3D14F-65AE-4DFB-A219-E3315073D2A3}" presName="Child" presStyleLbl="revTx" presStyleIdx="2" presStyleCnt="6">
        <dgm:presLayoutVars>
          <dgm:chMax val="0"/>
          <dgm:chPref val="0"/>
          <dgm:bulletEnabled val="1"/>
        </dgm:presLayoutVars>
      </dgm:prSet>
      <dgm:spPr/>
    </dgm:pt>
    <dgm:pt modelId="{5B185A13-B5F2-4999-ACFC-EE52E3D69499}" type="pres">
      <dgm:prSet presAssocID="{0DD3D14F-65AE-4DFB-A219-E3315073D2A3}" presName="Parent" presStyleLbl="revTx" presStyleIdx="3" presStyleCnt="6">
        <dgm:presLayoutVars>
          <dgm:chMax val="1"/>
          <dgm:chPref val="1"/>
          <dgm:bulletEnabled val="1"/>
        </dgm:presLayoutVars>
      </dgm:prSet>
      <dgm:spPr/>
    </dgm:pt>
    <dgm:pt modelId="{75CE8DFA-149F-4D4C-8A1E-194AEFB40D1E}" type="pres">
      <dgm:prSet presAssocID="{9ADC6558-090A-4036-8B43-F57755832FE2}" presName="sibTrans" presStyleCnt="0"/>
      <dgm:spPr/>
    </dgm:pt>
    <dgm:pt modelId="{0819BFD1-8CA1-44F6-988F-C8FED7A19B68}" type="pres">
      <dgm:prSet presAssocID="{141ECBA5-91F9-4F47-8B54-898596A08D9D}" presName="composite" presStyleCnt="0"/>
      <dgm:spPr/>
    </dgm:pt>
    <dgm:pt modelId="{171B63C5-631D-469A-9F4F-15BE63439720}" type="pres">
      <dgm:prSet presAssocID="{141ECBA5-91F9-4F47-8B54-898596A08D9D}" presName="BackAccent" presStyleLbl="bgShp" presStyleIdx="2" presStyleCnt="3"/>
      <dgm:spPr/>
    </dgm:pt>
    <dgm:pt modelId="{3C512A18-1021-4CAB-9F2D-6F9D12DF5A9D}" type="pres">
      <dgm:prSet presAssocID="{141ECBA5-91F9-4F47-8B54-898596A08D9D}" presName="Accent" presStyleLbl="alignNode1" presStyleIdx="2" presStyleCnt="3"/>
      <dgm:spPr/>
    </dgm:pt>
    <dgm:pt modelId="{E4E2A3B7-96F9-4989-A2C4-F2D2B219BA75}" type="pres">
      <dgm:prSet presAssocID="{141ECBA5-91F9-4F47-8B54-898596A08D9D}" presName="Child" presStyleLbl="revTx" presStyleIdx="4" presStyleCnt="6">
        <dgm:presLayoutVars>
          <dgm:chMax val="0"/>
          <dgm:chPref val="0"/>
          <dgm:bulletEnabled val="1"/>
        </dgm:presLayoutVars>
      </dgm:prSet>
      <dgm:spPr/>
    </dgm:pt>
    <dgm:pt modelId="{F7B20A09-93B0-4B89-8BED-77C245789921}" type="pres">
      <dgm:prSet presAssocID="{141ECBA5-91F9-4F47-8B54-898596A08D9D}" presName="Parent" presStyleLbl="revTx" presStyleIdx="5" presStyleCnt="6">
        <dgm:presLayoutVars>
          <dgm:chMax val="1"/>
          <dgm:chPref val="1"/>
          <dgm:bulletEnabled val="1"/>
        </dgm:presLayoutVars>
      </dgm:prSet>
      <dgm:spPr/>
    </dgm:pt>
  </dgm:ptLst>
  <dgm:cxnLst>
    <dgm:cxn modelId="{99512729-F9EA-4F39-96A6-82336DCF7845}" type="presOf" srcId="{015D6240-DA03-42B6-9DEA-DD29A7AE06ED}" destId="{BF6F942A-DAA1-467D-A813-D80E4A10A270}" srcOrd="0" destOrd="0" presId="urn:microsoft.com/office/officeart/2008/layout/IncreasingCircleProcess"/>
    <dgm:cxn modelId="{B53F7A3B-6389-4959-AE81-3E57EE9D7ECE}" type="presOf" srcId="{141ECBA5-91F9-4F47-8B54-898596A08D9D}" destId="{F7B20A09-93B0-4B89-8BED-77C245789921}" srcOrd="0" destOrd="0" presId="urn:microsoft.com/office/officeart/2008/layout/IncreasingCircleProcess"/>
    <dgm:cxn modelId="{ADB98142-C04A-477A-BC17-5034BE18ACA5}" type="presOf" srcId="{37663761-B58F-4A7D-BE0B-986E735CEA03}" destId="{4E7340F6-9A6E-433E-A406-2FA8DBAF00C2}" srcOrd="0" destOrd="0" presId="urn:microsoft.com/office/officeart/2008/layout/IncreasingCircleProcess"/>
    <dgm:cxn modelId="{E2099162-3C1C-4D61-B75F-DA826D4EBDC1}" type="presOf" srcId="{365942A2-A31B-4AB5-BB7F-A91CBBD8DC11}" destId="{6015518C-1A08-4E5E-9AE8-47929964CF72}" srcOrd="0" destOrd="0" presId="urn:microsoft.com/office/officeart/2008/layout/IncreasingCircleProcess"/>
    <dgm:cxn modelId="{B9F9BF63-0549-46DB-A648-968EE587FF54}" srcId="{015D6240-DA03-42B6-9DEA-DD29A7AE06ED}" destId="{365942A2-A31B-4AB5-BB7F-A91CBBD8DC11}" srcOrd="0" destOrd="0" parTransId="{BEFBA1E0-09F3-4010-8352-41E5B7D71F97}" sibTransId="{7252A203-DD45-4513-9B47-134B0958ABE9}"/>
    <dgm:cxn modelId="{0D739645-0310-4F21-BD63-F20E2A4E258C}" srcId="{141ECBA5-91F9-4F47-8B54-898596A08D9D}" destId="{37E5E37F-C7B8-4F12-BBAE-959D61B51915}" srcOrd="0" destOrd="0" parTransId="{CD3008C1-6B4F-4790-9B3D-1F6002760529}" sibTransId="{6419BBA1-882A-4EA5-BCE0-B04109FE3622}"/>
    <dgm:cxn modelId="{609D9B68-F882-4935-B6C0-E4432C6F983B}" srcId="{0DD3D14F-65AE-4DFB-A219-E3315073D2A3}" destId="{37663761-B58F-4A7D-BE0B-986E735CEA03}" srcOrd="0" destOrd="0" parTransId="{2F9AEBFA-0EAA-40FC-8B73-BCCA55276D69}" sibTransId="{B85B39CB-2D06-4A91-8620-DD14182E11C7}"/>
    <dgm:cxn modelId="{C9B28596-C344-4295-84B8-F6DA6DBF5C7B}" type="presOf" srcId="{3E0F075D-BCDB-40BC-8DC5-03303CBD345E}" destId="{AE001C91-1D9F-4A9C-958D-DD0EB6925FF1}" srcOrd="0" destOrd="0" presId="urn:microsoft.com/office/officeart/2008/layout/IncreasingCircleProcess"/>
    <dgm:cxn modelId="{15F3E09B-F4AA-41C8-B7B7-9A99F1C4C2ED}" srcId="{3E0F075D-BCDB-40BC-8DC5-03303CBD345E}" destId="{0DD3D14F-65AE-4DFB-A219-E3315073D2A3}" srcOrd="1" destOrd="0" parTransId="{1EF11426-2302-4884-A323-48A8F898BE03}" sibTransId="{9ADC6558-090A-4036-8B43-F57755832FE2}"/>
    <dgm:cxn modelId="{628CDFB1-A557-4F8C-946F-A62F697069EF}" srcId="{3E0F075D-BCDB-40BC-8DC5-03303CBD345E}" destId="{015D6240-DA03-42B6-9DEA-DD29A7AE06ED}" srcOrd="0" destOrd="0" parTransId="{EFEE050C-E2C8-427E-8BFC-4F3C8441E51A}" sibTransId="{D6E36454-9674-434A-A77B-ED184E000876}"/>
    <dgm:cxn modelId="{C103E0D3-DF77-40C6-B131-EA1BEF669F8B}" type="presOf" srcId="{37E5E37F-C7B8-4F12-BBAE-959D61B51915}" destId="{E4E2A3B7-96F9-4989-A2C4-F2D2B219BA75}" srcOrd="0" destOrd="0" presId="urn:microsoft.com/office/officeart/2008/layout/IncreasingCircleProcess"/>
    <dgm:cxn modelId="{91D8C2EC-D34B-43D6-9D93-64D02169C1AC}" srcId="{3E0F075D-BCDB-40BC-8DC5-03303CBD345E}" destId="{141ECBA5-91F9-4F47-8B54-898596A08D9D}" srcOrd="2" destOrd="0" parTransId="{9EC21B02-6214-4D69-B2C9-2538C6A66523}" sibTransId="{8C5C011E-AAE6-4639-8EFD-5C7C6D9BA7DA}"/>
    <dgm:cxn modelId="{DCFFE0EE-2882-4D9D-BBA5-89BCD129E6A5}" type="presOf" srcId="{0DD3D14F-65AE-4DFB-A219-E3315073D2A3}" destId="{5B185A13-B5F2-4999-ACFC-EE52E3D69499}" srcOrd="0" destOrd="0" presId="urn:microsoft.com/office/officeart/2008/layout/IncreasingCircleProcess"/>
    <dgm:cxn modelId="{F3DD87E7-A57B-4D36-87F0-68AE1BD8CE65}" type="presParOf" srcId="{AE001C91-1D9F-4A9C-958D-DD0EB6925FF1}" destId="{F415AA97-014C-4BDA-BF2B-8D129830700D}" srcOrd="0" destOrd="0" presId="urn:microsoft.com/office/officeart/2008/layout/IncreasingCircleProcess"/>
    <dgm:cxn modelId="{84D3D47D-A67A-4865-B93C-0843DD5E0B77}" type="presParOf" srcId="{F415AA97-014C-4BDA-BF2B-8D129830700D}" destId="{13928B8B-99D9-4F5B-AD51-C2D1B8C98831}" srcOrd="0" destOrd="0" presId="urn:microsoft.com/office/officeart/2008/layout/IncreasingCircleProcess"/>
    <dgm:cxn modelId="{014164B7-E2EF-48E1-A19E-EC7C0912A64F}" type="presParOf" srcId="{F415AA97-014C-4BDA-BF2B-8D129830700D}" destId="{B8538921-88AB-477C-9316-C6174802317E}" srcOrd="1" destOrd="0" presId="urn:microsoft.com/office/officeart/2008/layout/IncreasingCircleProcess"/>
    <dgm:cxn modelId="{F00D445D-DEC8-44BF-BEE1-1BF57F6B8EEF}" type="presParOf" srcId="{F415AA97-014C-4BDA-BF2B-8D129830700D}" destId="{6015518C-1A08-4E5E-9AE8-47929964CF72}" srcOrd="2" destOrd="0" presId="urn:microsoft.com/office/officeart/2008/layout/IncreasingCircleProcess"/>
    <dgm:cxn modelId="{8367A290-D816-4E6F-9E7E-878692840F39}" type="presParOf" srcId="{F415AA97-014C-4BDA-BF2B-8D129830700D}" destId="{BF6F942A-DAA1-467D-A813-D80E4A10A270}" srcOrd="3" destOrd="0" presId="urn:microsoft.com/office/officeart/2008/layout/IncreasingCircleProcess"/>
    <dgm:cxn modelId="{287FD1FB-8F45-44D5-ABD0-44C69367769F}" type="presParOf" srcId="{AE001C91-1D9F-4A9C-958D-DD0EB6925FF1}" destId="{D8DB01C5-CA79-4631-8BE6-F2553A0B0048}" srcOrd="1" destOrd="0" presId="urn:microsoft.com/office/officeart/2008/layout/IncreasingCircleProcess"/>
    <dgm:cxn modelId="{6A396618-31AF-4964-8959-80BC737DDE3D}" type="presParOf" srcId="{AE001C91-1D9F-4A9C-958D-DD0EB6925FF1}" destId="{E4E03E75-2737-4019-83EE-ECEFF5D20E1D}" srcOrd="2" destOrd="0" presId="urn:microsoft.com/office/officeart/2008/layout/IncreasingCircleProcess"/>
    <dgm:cxn modelId="{532CAF29-FAF3-49AD-9524-F4E286873565}" type="presParOf" srcId="{E4E03E75-2737-4019-83EE-ECEFF5D20E1D}" destId="{C5EED73C-4D07-4A80-BDBA-0F8E701CF91D}" srcOrd="0" destOrd="0" presId="urn:microsoft.com/office/officeart/2008/layout/IncreasingCircleProcess"/>
    <dgm:cxn modelId="{8BFD293B-C1BA-4FE6-954C-B58E4CFF4E35}" type="presParOf" srcId="{E4E03E75-2737-4019-83EE-ECEFF5D20E1D}" destId="{BB4733EE-AC16-4FC5-BFB3-A1ADC0880B0B}" srcOrd="1" destOrd="0" presId="urn:microsoft.com/office/officeart/2008/layout/IncreasingCircleProcess"/>
    <dgm:cxn modelId="{95F6E611-ECF9-47E0-9D6C-33BC434D7FB9}" type="presParOf" srcId="{E4E03E75-2737-4019-83EE-ECEFF5D20E1D}" destId="{4E7340F6-9A6E-433E-A406-2FA8DBAF00C2}" srcOrd="2" destOrd="0" presId="urn:microsoft.com/office/officeart/2008/layout/IncreasingCircleProcess"/>
    <dgm:cxn modelId="{EBAC9B3A-C329-4C95-BE06-EF77F6CE526D}" type="presParOf" srcId="{E4E03E75-2737-4019-83EE-ECEFF5D20E1D}" destId="{5B185A13-B5F2-4999-ACFC-EE52E3D69499}" srcOrd="3" destOrd="0" presId="urn:microsoft.com/office/officeart/2008/layout/IncreasingCircleProcess"/>
    <dgm:cxn modelId="{E42F4A27-F678-41F4-8C46-98452AE20F65}" type="presParOf" srcId="{AE001C91-1D9F-4A9C-958D-DD0EB6925FF1}" destId="{75CE8DFA-149F-4D4C-8A1E-194AEFB40D1E}" srcOrd="3" destOrd="0" presId="urn:microsoft.com/office/officeart/2008/layout/IncreasingCircleProcess"/>
    <dgm:cxn modelId="{B0F60E78-CF44-4310-9479-A9DF812AF6E2}" type="presParOf" srcId="{AE001C91-1D9F-4A9C-958D-DD0EB6925FF1}" destId="{0819BFD1-8CA1-44F6-988F-C8FED7A19B68}" srcOrd="4" destOrd="0" presId="urn:microsoft.com/office/officeart/2008/layout/IncreasingCircleProcess"/>
    <dgm:cxn modelId="{4B3276B3-826C-4BCE-A8FB-971E6EDBB072}" type="presParOf" srcId="{0819BFD1-8CA1-44F6-988F-C8FED7A19B68}" destId="{171B63C5-631D-469A-9F4F-15BE63439720}" srcOrd="0" destOrd="0" presId="urn:microsoft.com/office/officeart/2008/layout/IncreasingCircleProcess"/>
    <dgm:cxn modelId="{EC6F445B-7B06-4FBB-83B0-4175CF5C2334}" type="presParOf" srcId="{0819BFD1-8CA1-44F6-988F-C8FED7A19B68}" destId="{3C512A18-1021-4CAB-9F2D-6F9D12DF5A9D}" srcOrd="1" destOrd="0" presId="urn:microsoft.com/office/officeart/2008/layout/IncreasingCircleProcess"/>
    <dgm:cxn modelId="{9EE05C58-2F26-420F-84C6-541337726DBD}" type="presParOf" srcId="{0819BFD1-8CA1-44F6-988F-C8FED7A19B68}" destId="{E4E2A3B7-96F9-4989-A2C4-F2D2B219BA75}" srcOrd="2" destOrd="0" presId="urn:microsoft.com/office/officeart/2008/layout/IncreasingCircleProcess"/>
    <dgm:cxn modelId="{92A55E14-A563-4A65-99EC-28AA8EF00BD2}" type="presParOf" srcId="{0819BFD1-8CA1-44F6-988F-C8FED7A19B68}" destId="{F7B20A09-93B0-4B89-8BED-77C245789921}" srcOrd="3" destOrd="0" presId="urn:microsoft.com/office/officeart/2008/layout/Increasing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20B2F05-6AB1-4158-81FD-1CB385ACE642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83B589A-80A6-42F5-B6A5-59541A70A9CB}">
      <dgm:prSet phldrT="[Text]"/>
      <dgm:spPr/>
      <dgm:t>
        <a:bodyPr/>
        <a:lstStyle/>
        <a:p>
          <a:r>
            <a:rPr lang="en-US"/>
            <a:t>CEO</a:t>
          </a:r>
        </a:p>
      </dgm:t>
    </dgm:pt>
    <dgm:pt modelId="{72560BE5-18F1-4FE2-B3D6-E389C44CA67D}" type="parTrans" cxnId="{2A6990C0-9946-4500-BCEA-0FF92664CCD1}">
      <dgm:prSet/>
      <dgm:spPr/>
      <dgm:t>
        <a:bodyPr/>
        <a:lstStyle/>
        <a:p>
          <a:endParaRPr lang="en-US"/>
        </a:p>
      </dgm:t>
    </dgm:pt>
    <dgm:pt modelId="{BE983595-4724-4B9C-A04F-A5DD1A48E9E4}" type="sibTrans" cxnId="{2A6990C0-9946-4500-BCEA-0FF92664CCD1}">
      <dgm:prSet/>
      <dgm:spPr/>
      <dgm:t>
        <a:bodyPr/>
        <a:lstStyle/>
        <a:p>
          <a:endParaRPr lang="en-US"/>
        </a:p>
      </dgm:t>
    </dgm:pt>
    <dgm:pt modelId="{D84398AA-58E0-4855-B45B-F0A4C9356173}">
      <dgm:prSet phldrT="[Text]"/>
      <dgm:spPr/>
      <dgm:t>
        <a:bodyPr/>
        <a:lstStyle/>
        <a:p>
          <a:r>
            <a:rPr lang="en-US"/>
            <a:t>VP Sales</a:t>
          </a:r>
        </a:p>
      </dgm:t>
    </dgm:pt>
    <dgm:pt modelId="{42D30908-A991-4159-A982-3996501CD656}" type="parTrans" cxnId="{558561DD-2D54-4521-9FFB-F3E7DB57B05C}">
      <dgm:prSet/>
      <dgm:spPr/>
      <dgm:t>
        <a:bodyPr/>
        <a:lstStyle/>
        <a:p>
          <a:endParaRPr lang="en-US"/>
        </a:p>
      </dgm:t>
    </dgm:pt>
    <dgm:pt modelId="{79F92556-33B4-4DE2-9C7E-C66C3A127FEA}" type="sibTrans" cxnId="{558561DD-2D54-4521-9FFB-F3E7DB57B05C}">
      <dgm:prSet/>
      <dgm:spPr/>
      <dgm:t>
        <a:bodyPr/>
        <a:lstStyle/>
        <a:p>
          <a:endParaRPr lang="en-US"/>
        </a:p>
      </dgm:t>
    </dgm:pt>
    <dgm:pt modelId="{8F0D45A1-2763-4456-BE09-6C1302220405}">
      <dgm:prSet phldrT="[Text]"/>
      <dgm:spPr/>
      <dgm:t>
        <a:bodyPr/>
        <a:lstStyle/>
        <a:p>
          <a:r>
            <a:rPr lang="en-US"/>
            <a:t>VP Engineering</a:t>
          </a:r>
        </a:p>
      </dgm:t>
    </dgm:pt>
    <dgm:pt modelId="{C56FD1B1-408F-46FC-8FD1-BCD2F7F58D09}" type="parTrans" cxnId="{CDC08F55-5E33-4BD7-8120-71AB13036872}">
      <dgm:prSet/>
      <dgm:spPr/>
      <dgm:t>
        <a:bodyPr/>
        <a:lstStyle/>
        <a:p>
          <a:endParaRPr lang="en-US"/>
        </a:p>
      </dgm:t>
    </dgm:pt>
    <dgm:pt modelId="{A4522B62-13B5-45D6-953E-C8897A3BC1DA}" type="sibTrans" cxnId="{CDC08F55-5E33-4BD7-8120-71AB13036872}">
      <dgm:prSet/>
      <dgm:spPr/>
      <dgm:t>
        <a:bodyPr/>
        <a:lstStyle/>
        <a:p>
          <a:endParaRPr lang="en-US"/>
        </a:p>
      </dgm:t>
    </dgm:pt>
    <dgm:pt modelId="{432002E7-001D-4213-BE71-8DF49CC86377}">
      <dgm:prSet phldrT="[Text]"/>
      <dgm:spPr/>
      <dgm:t>
        <a:bodyPr/>
        <a:lstStyle/>
        <a:p>
          <a:r>
            <a:rPr lang="en-US"/>
            <a:t>VP Marketing</a:t>
          </a:r>
        </a:p>
      </dgm:t>
    </dgm:pt>
    <dgm:pt modelId="{1E89C041-4DB6-4218-83EE-193D59EEDFCB}" type="parTrans" cxnId="{01C22F00-29FB-4084-B67B-E945D1554A4E}">
      <dgm:prSet/>
      <dgm:spPr/>
      <dgm:t>
        <a:bodyPr/>
        <a:lstStyle/>
        <a:p>
          <a:endParaRPr lang="en-US"/>
        </a:p>
      </dgm:t>
    </dgm:pt>
    <dgm:pt modelId="{8DE813C7-A336-43CC-A40E-F0F12DDA5D9A}" type="sibTrans" cxnId="{01C22F00-29FB-4084-B67B-E945D1554A4E}">
      <dgm:prSet/>
      <dgm:spPr/>
      <dgm:t>
        <a:bodyPr/>
        <a:lstStyle/>
        <a:p>
          <a:endParaRPr lang="en-US"/>
        </a:p>
      </dgm:t>
    </dgm:pt>
    <dgm:pt modelId="{3C69ECDE-2C59-45CE-A6D9-C476BEC2E535}">
      <dgm:prSet phldrT="[Text]" phldr="1"/>
      <dgm:spPr/>
      <dgm:t>
        <a:bodyPr/>
        <a:lstStyle/>
        <a:p>
          <a:endParaRPr lang="en-US"/>
        </a:p>
      </dgm:t>
    </dgm:pt>
    <dgm:pt modelId="{86CBA0AD-2679-4F58-B94C-C71507C43C68}" type="parTrans" cxnId="{C1CC20D0-F132-4020-9B0F-0C40A7E474C5}">
      <dgm:prSet/>
      <dgm:spPr/>
      <dgm:t>
        <a:bodyPr/>
        <a:lstStyle/>
        <a:p>
          <a:endParaRPr lang="en-US"/>
        </a:p>
      </dgm:t>
    </dgm:pt>
    <dgm:pt modelId="{22B8204E-1B27-42FE-A0F2-A566F1567544}" type="sibTrans" cxnId="{C1CC20D0-F132-4020-9B0F-0C40A7E474C5}">
      <dgm:prSet/>
      <dgm:spPr/>
      <dgm:t>
        <a:bodyPr/>
        <a:lstStyle/>
        <a:p>
          <a:endParaRPr lang="en-US"/>
        </a:p>
      </dgm:t>
    </dgm:pt>
    <dgm:pt modelId="{3B1D60FF-8256-42F3-BFBB-4DCCC5A72E58}">
      <dgm:prSet phldrT="[Text]" phldr="1"/>
      <dgm:spPr/>
      <dgm:t>
        <a:bodyPr/>
        <a:lstStyle/>
        <a:p>
          <a:endParaRPr lang="en-US"/>
        </a:p>
      </dgm:t>
    </dgm:pt>
    <dgm:pt modelId="{B249091D-E8B7-4FD0-87B0-B7761AA18A60}" type="parTrans" cxnId="{0A4D7E54-8915-473A-AEAC-6050B275D51B}">
      <dgm:prSet/>
      <dgm:spPr/>
      <dgm:t>
        <a:bodyPr/>
        <a:lstStyle/>
        <a:p>
          <a:endParaRPr lang="en-US"/>
        </a:p>
      </dgm:t>
    </dgm:pt>
    <dgm:pt modelId="{CB3B49D0-6055-423B-AE59-A647ED5243FE}" type="sibTrans" cxnId="{0A4D7E54-8915-473A-AEAC-6050B275D51B}">
      <dgm:prSet/>
      <dgm:spPr/>
      <dgm:t>
        <a:bodyPr/>
        <a:lstStyle/>
        <a:p>
          <a:endParaRPr lang="en-US"/>
        </a:p>
      </dgm:t>
    </dgm:pt>
    <dgm:pt modelId="{3E35C587-33C0-486C-813B-341C36FEC11E}" type="pres">
      <dgm:prSet presAssocID="{F20B2F05-6AB1-4158-81FD-1CB385ACE642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3B1AFDA-B74F-453D-BA91-E22DFE2A4BE4}" type="pres">
      <dgm:prSet presAssocID="{183B589A-80A6-42F5-B6A5-59541A70A9CB}" presName="root" presStyleCnt="0"/>
      <dgm:spPr/>
    </dgm:pt>
    <dgm:pt modelId="{EA112394-318A-4711-9C46-EEE99DC40966}" type="pres">
      <dgm:prSet presAssocID="{183B589A-80A6-42F5-B6A5-59541A70A9CB}" presName="rootComposite" presStyleCnt="0"/>
      <dgm:spPr/>
    </dgm:pt>
    <dgm:pt modelId="{3BBFCB52-02FC-4FBF-9261-DC3C26CF9450}" type="pres">
      <dgm:prSet presAssocID="{183B589A-80A6-42F5-B6A5-59541A70A9CB}" presName="rootText" presStyleLbl="node1" presStyleIdx="0" presStyleCnt="2"/>
      <dgm:spPr/>
    </dgm:pt>
    <dgm:pt modelId="{D35E0319-3AA0-4B7E-AC11-3E0F5FB227FF}" type="pres">
      <dgm:prSet presAssocID="{183B589A-80A6-42F5-B6A5-59541A70A9CB}" presName="rootConnector" presStyleLbl="node1" presStyleIdx="0" presStyleCnt="2"/>
      <dgm:spPr/>
    </dgm:pt>
    <dgm:pt modelId="{470C4308-5BF3-44CD-BD6F-18E4B4C2ACEB}" type="pres">
      <dgm:prSet presAssocID="{183B589A-80A6-42F5-B6A5-59541A70A9CB}" presName="childShape" presStyleCnt="0"/>
      <dgm:spPr/>
    </dgm:pt>
    <dgm:pt modelId="{97B19CC5-E5F5-41D7-B6CF-8FB86B4F6191}" type="pres">
      <dgm:prSet presAssocID="{42D30908-A991-4159-A982-3996501CD656}" presName="Name13" presStyleLbl="parChTrans1D2" presStyleIdx="0" presStyleCnt="4"/>
      <dgm:spPr/>
    </dgm:pt>
    <dgm:pt modelId="{FBFD10FE-FEB6-42DF-BFFF-FD6922243D9E}" type="pres">
      <dgm:prSet presAssocID="{D84398AA-58E0-4855-B45B-F0A4C9356173}" presName="childText" presStyleLbl="bgAcc1" presStyleIdx="0" presStyleCnt="4">
        <dgm:presLayoutVars>
          <dgm:bulletEnabled val="1"/>
        </dgm:presLayoutVars>
      </dgm:prSet>
      <dgm:spPr/>
    </dgm:pt>
    <dgm:pt modelId="{BB25DAD5-CC61-4586-B127-D114D32E8C05}" type="pres">
      <dgm:prSet presAssocID="{C56FD1B1-408F-46FC-8FD1-BCD2F7F58D09}" presName="Name13" presStyleLbl="parChTrans1D2" presStyleIdx="1" presStyleCnt="4"/>
      <dgm:spPr/>
    </dgm:pt>
    <dgm:pt modelId="{50BCA223-E11A-46C2-90D6-9753E8DA26C6}" type="pres">
      <dgm:prSet presAssocID="{8F0D45A1-2763-4456-BE09-6C1302220405}" presName="childText" presStyleLbl="bgAcc1" presStyleIdx="1" presStyleCnt="4">
        <dgm:presLayoutVars>
          <dgm:bulletEnabled val="1"/>
        </dgm:presLayoutVars>
      </dgm:prSet>
      <dgm:spPr/>
    </dgm:pt>
    <dgm:pt modelId="{C4E674FF-6933-4E81-9974-58858D59FE46}" type="pres">
      <dgm:prSet presAssocID="{432002E7-001D-4213-BE71-8DF49CC86377}" presName="root" presStyleCnt="0"/>
      <dgm:spPr/>
    </dgm:pt>
    <dgm:pt modelId="{E2D7923B-FC9B-4D7E-BCE3-77F87DAE85D3}" type="pres">
      <dgm:prSet presAssocID="{432002E7-001D-4213-BE71-8DF49CC86377}" presName="rootComposite" presStyleCnt="0"/>
      <dgm:spPr/>
    </dgm:pt>
    <dgm:pt modelId="{31C77B65-7606-4162-9DE9-6E45F042A5C0}" type="pres">
      <dgm:prSet presAssocID="{432002E7-001D-4213-BE71-8DF49CC86377}" presName="rootText" presStyleLbl="node1" presStyleIdx="1" presStyleCnt="2"/>
      <dgm:spPr/>
    </dgm:pt>
    <dgm:pt modelId="{2D5C6BCB-7BBF-4A9D-B591-210458BCED67}" type="pres">
      <dgm:prSet presAssocID="{432002E7-001D-4213-BE71-8DF49CC86377}" presName="rootConnector" presStyleLbl="node1" presStyleIdx="1" presStyleCnt="2"/>
      <dgm:spPr/>
    </dgm:pt>
    <dgm:pt modelId="{8F0BC7B0-818E-424D-B52A-009E8445CB81}" type="pres">
      <dgm:prSet presAssocID="{432002E7-001D-4213-BE71-8DF49CC86377}" presName="childShape" presStyleCnt="0"/>
      <dgm:spPr/>
    </dgm:pt>
    <dgm:pt modelId="{E366FA6F-D514-4722-ADD2-8B8C4E7DB876}" type="pres">
      <dgm:prSet presAssocID="{86CBA0AD-2679-4F58-B94C-C71507C43C68}" presName="Name13" presStyleLbl="parChTrans1D2" presStyleIdx="2" presStyleCnt="4"/>
      <dgm:spPr/>
    </dgm:pt>
    <dgm:pt modelId="{9ADBB84D-DE6C-4B9A-B5B0-B3B2A94CC975}" type="pres">
      <dgm:prSet presAssocID="{3C69ECDE-2C59-45CE-A6D9-C476BEC2E535}" presName="childText" presStyleLbl="bgAcc1" presStyleIdx="2" presStyleCnt="4">
        <dgm:presLayoutVars>
          <dgm:bulletEnabled val="1"/>
        </dgm:presLayoutVars>
      </dgm:prSet>
      <dgm:spPr/>
    </dgm:pt>
    <dgm:pt modelId="{D87CB2CE-737E-461A-B20C-8B63923DECC7}" type="pres">
      <dgm:prSet presAssocID="{B249091D-E8B7-4FD0-87B0-B7761AA18A60}" presName="Name13" presStyleLbl="parChTrans1D2" presStyleIdx="3" presStyleCnt="4"/>
      <dgm:spPr/>
    </dgm:pt>
    <dgm:pt modelId="{F3B2C1E5-3812-495B-A0F3-D6725C26DD31}" type="pres">
      <dgm:prSet presAssocID="{3B1D60FF-8256-42F3-BFBB-4DCCC5A72E58}" presName="childText" presStyleLbl="bgAcc1" presStyleIdx="3" presStyleCnt="4">
        <dgm:presLayoutVars>
          <dgm:bulletEnabled val="1"/>
        </dgm:presLayoutVars>
      </dgm:prSet>
      <dgm:spPr/>
    </dgm:pt>
  </dgm:ptLst>
  <dgm:cxnLst>
    <dgm:cxn modelId="{01C22F00-29FB-4084-B67B-E945D1554A4E}" srcId="{F20B2F05-6AB1-4158-81FD-1CB385ACE642}" destId="{432002E7-001D-4213-BE71-8DF49CC86377}" srcOrd="1" destOrd="0" parTransId="{1E89C041-4DB6-4218-83EE-193D59EEDFCB}" sibTransId="{8DE813C7-A336-43CC-A40E-F0F12DDA5D9A}"/>
    <dgm:cxn modelId="{D0672D4E-FED3-4314-AF79-65813A4C106D}" type="presOf" srcId="{86CBA0AD-2679-4F58-B94C-C71507C43C68}" destId="{E366FA6F-D514-4722-ADD2-8B8C4E7DB876}" srcOrd="0" destOrd="0" presId="urn:microsoft.com/office/officeart/2005/8/layout/hierarchy3"/>
    <dgm:cxn modelId="{D7D8A34F-00D2-4F73-A9B1-0F843C2D6E08}" type="presOf" srcId="{42D30908-A991-4159-A982-3996501CD656}" destId="{97B19CC5-E5F5-41D7-B6CF-8FB86B4F6191}" srcOrd="0" destOrd="0" presId="urn:microsoft.com/office/officeart/2005/8/layout/hierarchy3"/>
    <dgm:cxn modelId="{0A4D7E54-8915-473A-AEAC-6050B275D51B}" srcId="{432002E7-001D-4213-BE71-8DF49CC86377}" destId="{3B1D60FF-8256-42F3-BFBB-4DCCC5A72E58}" srcOrd="1" destOrd="0" parTransId="{B249091D-E8B7-4FD0-87B0-B7761AA18A60}" sibTransId="{CB3B49D0-6055-423B-AE59-A647ED5243FE}"/>
    <dgm:cxn modelId="{CDC08F55-5E33-4BD7-8120-71AB13036872}" srcId="{183B589A-80A6-42F5-B6A5-59541A70A9CB}" destId="{8F0D45A1-2763-4456-BE09-6C1302220405}" srcOrd="1" destOrd="0" parTransId="{C56FD1B1-408F-46FC-8FD1-BCD2F7F58D09}" sibTransId="{A4522B62-13B5-45D6-953E-C8897A3BC1DA}"/>
    <dgm:cxn modelId="{62EF0458-0AE3-429D-BE28-426734FAB497}" type="presOf" srcId="{8F0D45A1-2763-4456-BE09-6C1302220405}" destId="{50BCA223-E11A-46C2-90D6-9753E8DA26C6}" srcOrd="0" destOrd="0" presId="urn:microsoft.com/office/officeart/2005/8/layout/hierarchy3"/>
    <dgm:cxn modelId="{543AC27C-54C6-4D7F-AF60-7CC3C2248C32}" type="presOf" srcId="{432002E7-001D-4213-BE71-8DF49CC86377}" destId="{31C77B65-7606-4162-9DE9-6E45F042A5C0}" srcOrd="0" destOrd="0" presId="urn:microsoft.com/office/officeart/2005/8/layout/hierarchy3"/>
    <dgm:cxn modelId="{06311E8B-FFD0-4BEB-9C35-B0183A78A395}" type="presOf" srcId="{3C69ECDE-2C59-45CE-A6D9-C476BEC2E535}" destId="{9ADBB84D-DE6C-4B9A-B5B0-B3B2A94CC975}" srcOrd="0" destOrd="0" presId="urn:microsoft.com/office/officeart/2005/8/layout/hierarchy3"/>
    <dgm:cxn modelId="{886E1E95-1016-4726-AD53-FA2377AEF47D}" type="presOf" srcId="{183B589A-80A6-42F5-B6A5-59541A70A9CB}" destId="{D35E0319-3AA0-4B7E-AC11-3E0F5FB227FF}" srcOrd="1" destOrd="0" presId="urn:microsoft.com/office/officeart/2005/8/layout/hierarchy3"/>
    <dgm:cxn modelId="{7ECC5198-9540-435E-BF4B-643B1AA4903D}" type="presOf" srcId="{C56FD1B1-408F-46FC-8FD1-BCD2F7F58D09}" destId="{BB25DAD5-CC61-4586-B127-D114D32E8C05}" srcOrd="0" destOrd="0" presId="urn:microsoft.com/office/officeart/2005/8/layout/hierarchy3"/>
    <dgm:cxn modelId="{E1F750A5-EB54-4E3C-8C42-261C3C16DEBE}" type="presOf" srcId="{B249091D-E8B7-4FD0-87B0-B7761AA18A60}" destId="{D87CB2CE-737E-461A-B20C-8B63923DECC7}" srcOrd="0" destOrd="0" presId="urn:microsoft.com/office/officeart/2005/8/layout/hierarchy3"/>
    <dgm:cxn modelId="{0B42F3AD-8674-4258-87D8-EAE04E79FF0E}" type="presOf" srcId="{432002E7-001D-4213-BE71-8DF49CC86377}" destId="{2D5C6BCB-7BBF-4A9D-B591-210458BCED67}" srcOrd="1" destOrd="0" presId="urn:microsoft.com/office/officeart/2005/8/layout/hierarchy3"/>
    <dgm:cxn modelId="{2A6990C0-9946-4500-BCEA-0FF92664CCD1}" srcId="{F20B2F05-6AB1-4158-81FD-1CB385ACE642}" destId="{183B589A-80A6-42F5-B6A5-59541A70A9CB}" srcOrd="0" destOrd="0" parTransId="{72560BE5-18F1-4FE2-B3D6-E389C44CA67D}" sibTransId="{BE983595-4724-4B9C-A04F-A5DD1A48E9E4}"/>
    <dgm:cxn modelId="{CC8949C6-21BD-4976-9198-BCC6234AAE47}" type="presOf" srcId="{3B1D60FF-8256-42F3-BFBB-4DCCC5A72E58}" destId="{F3B2C1E5-3812-495B-A0F3-D6725C26DD31}" srcOrd="0" destOrd="0" presId="urn:microsoft.com/office/officeart/2005/8/layout/hierarchy3"/>
    <dgm:cxn modelId="{471DD4C9-9C34-409A-8BA9-C1B7491B1D2D}" type="presOf" srcId="{D84398AA-58E0-4855-B45B-F0A4C9356173}" destId="{FBFD10FE-FEB6-42DF-BFFF-FD6922243D9E}" srcOrd="0" destOrd="0" presId="urn:microsoft.com/office/officeart/2005/8/layout/hierarchy3"/>
    <dgm:cxn modelId="{C1CC20D0-F132-4020-9B0F-0C40A7E474C5}" srcId="{432002E7-001D-4213-BE71-8DF49CC86377}" destId="{3C69ECDE-2C59-45CE-A6D9-C476BEC2E535}" srcOrd="0" destOrd="0" parTransId="{86CBA0AD-2679-4F58-B94C-C71507C43C68}" sibTransId="{22B8204E-1B27-42FE-A0F2-A566F1567544}"/>
    <dgm:cxn modelId="{558561DD-2D54-4521-9FFB-F3E7DB57B05C}" srcId="{183B589A-80A6-42F5-B6A5-59541A70A9CB}" destId="{D84398AA-58E0-4855-B45B-F0A4C9356173}" srcOrd="0" destOrd="0" parTransId="{42D30908-A991-4159-A982-3996501CD656}" sibTransId="{79F92556-33B4-4DE2-9C7E-C66C3A127FEA}"/>
    <dgm:cxn modelId="{C8FD9DF6-3C79-43CA-9C52-27268691FC9B}" type="presOf" srcId="{183B589A-80A6-42F5-B6A5-59541A70A9CB}" destId="{3BBFCB52-02FC-4FBF-9261-DC3C26CF9450}" srcOrd="0" destOrd="0" presId="urn:microsoft.com/office/officeart/2005/8/layout/hierarchy3"/>
    <dgm:cxn modelId="{9EBC23F8-C2ED-413F-AF12-3B52245BCF60}" type="presOf" srcId="{F20B2F05-6AB1-4158-81FD-1CB385ACE642}" destId="{3E35C587-33C0-486C-813B-341C36FEC11E}" srcOrd="0" destOrd="0" presId="urn:microsoft.com/office/officeart/2005/8/layout/hierarchy3"/>
    <dgm:cxn modelId="{B9E5BDD4-DEA1-4829-8D17-02CB2FB24E36}" type="presParOf" srcId="{3E35C587-33C0-486C-813B-341C36FEC11E}" destId="{93B1AFDA-B74F-453D-BA91-E22DFE2A4BE4}" srcOrd="0" destOrd="0" presId="urn:microsoft.com/office/officeart/2005/8/layout/hierarchy3"/>
    <dgm:cxn modelId="{A60B7FE3-ADDC-4C33-9EAF-9B88227660B7}" type="presParOf" srcId="{93B1AFDA-B74F-453D-BA91-E22DFE2A4BE4}" destId="{EA112394-318A-4711-9C46-EEE99DC40966}" srcOrd="0" destOrd="0" presId="urn:microsoft.com/office/officeart/2005/8/layout/hierarchy3"/>
    <dgm:cxn modelId="{2AC52FC3-8A06-4AEF-BF63-4965A4859EEE}" type="presParOf" srcId="{EA112394-318A-4711-9C46-EEE99DC40966}" destId="{3BBFCB52-02FC-4FBF-9261-DC3C26CF9450}" srcOrd="0" destOrd="0" presId="urn:microsoft.com/office/officeart/2005/8/layout/hierarchy3"/>
    <dgm:cxn modelId="{C824C050-6B44-4C3D-856B-1DE94076E15F}" type="presParOf" srcId="{EA112394-318A-4711-9C46-EEE99DC40966}" destId="{D35E0319-3AA0-4B7E-AC11-3E0F5FB227FF}" srcOrd="1" destOrd="0" presId="urn:microsoft.com/office/officeart/2005/8/layout/hierarchy3"/>
    <dgm:cxn modelId="{0954550C-3398-4844-8681-0EA1E685C12B}" type="presParOf" srcId="{93B1AFDA-B74F-453D-BA91-E22DFE2A4BE4}" destId="{470C4308-5BF3-44CD-BD6F-18E4B4C2ACEB}" srcOrd="1" destOrd="0" presId="urn:microsoft.com/office/officeart/2005/8/layout/hierarchy3"/>
    <dgm:cxn modelId="{A18A113A-F546-497E-BA19-6B9C896792C8}" type="presParOf" srcId="{470C4308-5BF3-44CD-BD6F-18E4B4C2ACEB}" destId="{97B19CC5-E5F5-41D7-B6CF-8FB86B4F6191}" srcOrd="0" destOrd="0" presId="urn:microsoft.com/office/officeart/2005/8/layout/hierarchy3"/>
    <dgm:cxn modelId="{0954B53F-8C4F-436E-9B4D-B941EDB15DEA}" type="presParOf" srcId="{470C4308-5BF3-44CD-BD6F-18E4B4C2ACEB}" destId="{FBFD10FE-FEB6-42DF-BFFF-FD6922243D9E}" srcOrd="1" destOrd="0" presId="urn:microsoft.com/office/officeart/2005/8/layout/hierarchy3"/>
    <dgm:cxn modelId="{7B27708B-D870-43D4-8160-CB44C826236B}" type="presParOf" srcId="{470C4308-5BF3-44CD-BD6F-18E4B4C2ACEB}" destId="{BB25DAD5-CC61-4586-B127-D114D32E8C05}" srcOrd="2" destOrd="0" presId="urn:microsoft.com/office/officeart/2005/8/layout/hierarchy3"/>
    <dgm:cxn modelId="{435D29AA-8913-4BA7-A211-43648DB25548}" type="presParOf" srcId="{470C4308-5BF3-44CD-BD6F-18E4B4C2ACEB}" destId="{50BCA223-E11A-46C2-90D6-9753E8DA26C6}" srcOrd="3" destOrd="0" presId="urn:microsoft.com/office/officeart/2005/8/layout/hierarchy3"/>
    <dgm:cxn modelId="{E0027918-80C2-4177-A543-DB9D601BD15E}" type="presParOf" srcId="{3E35C587-33C0-486C-813B-341C36FEC11E}" destId="{C4E674FF-6933-4E81-9974-58858D59FE46}" srcOrd="1" destOrd="0" presId="urn:microsoft.com/office/officeart/2005/8/layout/hierarchy3"/>
    <dgm:cxn modelId="{C1EC3D1C-D296-4FB1-AC77-2A654DAF0379}" type="presParOf" srcId="{C4E674FF-6933-4E81-9974-58858D59FE46}" destId="{E2D7923B-FC9B-4D7E-BCE3-77F87DAE85D3}" srcOrd="0" destOrd="0" presId="urn:microsoft.com/office/officeart/2005/8/layout/hierarchy3"/>
    <dgm:cxn modelId="{A76A763F-3572-4CC1-97D3-BC625E9A0DBD}" type="presParOf" srcId="{E2D7923B-FC9B-4D7E-BCE3-77F87DAE85D3}" destId="{31C77B65-7606-4162-9DE9-6E45F042A5C0}" srcOrd="0" destOrd="0" presId="urn:microsoft.com/office/officeart/2005/8/layout/hierarchy3"/>
    <dgm:cxn modelId="{EB201DAD-7C8F-49A6-BCA0-C8C0D6013818}" type="presParOf" srcId="{E2D7923B-FC9B-4D7E-BCE3-77F87DAE85D3}" destId="{2D5C6BCB-7BBF-4A9D-B591-210458BCED67}" srcOrd="1" destOrd="0" presId="urn:microsoft.com/office/officeart/2005/8/layout/hierarchy3"/>
    <dgm:cxn modelId="{BA5CD11E-3EDC-4DC9-A155-66A4FC373B98}" type="presParOf" srcId="{C4E674FF-6933-4E81-9974-58858D59FE46}" destId="{8F0BC7B0-818E-424D-B52A-009E8445CB81}" srcOrd="1" destOrd="0" presId="urn:microsoft.com/office/officeart/2005/8/layout/hierarchy3"/>
    <dgm:cxn modelId="{1EA8D873-BD28-4371-953C-8A8663C39BCF}" type="presParOf" srcId="{8F0BC7B0-818E-424D-B52A-009E8445CB81}" destId="{E366FA6F-D514-4722-ADD2-8B8C4E7DB876}" srcOrd="0" destOrd="0" presId="urn:microsoft.com/office/officeart/2005/8/layout/hierarchy3"/>
    <dgm:cxn modelId="{DFA3CD36-4442-4D80-88BF-6956D7C91970}" type="presParOf" srcId="{8F0BC7B0-818E-424D-B52A-009E8445CB81}" destId="{9ADBB84D-DE6C-4B9A-B5B0-B3B2A94CC975}" srcOrd="1" destOrd="0" presId="urn:microsoft.com/office/officeart/2005/8/layout/hierarchy3"/>
    <dgm:cxn modelId="{17B3B488-D602-40CF-A673-0944D0F5014F}" type="presParOf" srcId="{8F0BC7B0-818E-424D-B52A-009E8445CB81}" destId="{D87CB2CE-737E-461A-B20C-8B63923DECC7}" srcOrd="2" destOrd="0" presId="urn:microsoft.com/office/officeart/2005/8/layout/hierarchy3"/>
    <dgm:cxn modelId="{DA9684E9-EA0C-456E-B2C2-11BFF24386FF}" type="presParOf" srcId="{8F0BC7B0-818E-424D-B52A-009E8445CB81}" destId="{F3B2C1E5-3812-495B-A0F3-D6725C26DD31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3593B13-573B-46CE-8FCA-7C2A68872B1D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0EE36D8-EA2C-4AE8-AC80-C1F3854DF796}">
      <dgm:prSet phldrT="[Text]"/>
      <dgm:spPr/>
      <dgm:t>
        <a:bodyPr/>
        <a:lstStyle/>
        <a:p>
          <a:r>
            <a:rPr lang="en-US"/>
            <a:t>Idea</a:t>
          </a:r>
        </a:p>
      </dgm:t>
    </dgm:pt>
    <dgm:pt modelId="{325F4D9E-28FE-42AE-8CCB-EF5DAB1DDDED}" type="parTrans" cxnId="{580841E5-E19D-4368-992B-9854D72AC34C}">
      <dgm:prSet/>
      <dgm:spPr/>
      <dgm:t>
        <a:bodyPr/>
        <a:lstStyle/>
        <a:p>
          <a:endParaRPr lang="en-US"/>
        </a:p>
      </dgm:t>
    </dgm:pt>
    <dgm:pt modelId="{DD1E9127-438E-44E8-B1AE-23C0F67DBBD5}" type="sibTrans" cxnId="{580841E5-E19D-4368-992B-9854D72AC34C}">
      <dgm:prSet/>
      <dgm:spPr/>
      <dgm:t>
        <a:bodyPr/>
        <a:lstStyle/>
        <a:p>
          <a:endParaRPr lang="en-US"/>
        </a:p>
      </dgm:t>
    </dgm:pt>
    <dgm:pt modelId="{5DAFE5AF-FF55-4E4F-BA23-C5C1FF201593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64EA23CE-89CA-4C2D-B973-8D82BD9FFD7D}" type="parTrans" cxnId="{65FC3145-9A4C-4A4F-AF14-49764628EBD3}">
      <dgm:prSet/>
      <dgm:spPr/>
      <dgm:t>
        <a:bodyPr/>
        <a:lstStyle/>
        <a:p>
          <a:endParaRPr lang="en-US"/>
        </a:p>
      </dgm:t>
    </dgm:pt>
    <dgm:pt modelId="{50B0BE9F-A167-4D2A-A85F-949AC98106E7}" type="sibTrans" cxnId="{65FC3145-9A4C-4A4F-AF14-49764628EBD3}">
      <dgm:prSet/>
      <dgm:spPr/>
      <dgm:t>
        <a:bodyPr/>
        <a:lstStyle/>
        <a:p>
          <a:endParaRPr lang="en-US"/>
        </a:p>
      </dgm:t>
    </dgm:pt>
    <dgm:pt modelId="{2AD74F87-084C-45DC-B4FE-B16B41D14166}">
      <dgm:prSet phldrT="[Text]"/>
      <dgm:spPr/>
      <dgm:t>
        <a:bodyPr/>
        <a:lstStyle/>
        <a:p>
          <a:r>
            <a:rPr lang="en-US"/>
            <a:t>Execute</a:t>
          </a:r>
        </a:p>
      </dgm:t>
    </dgm:pt>
    <dgm:pt modelId="{D2B409CA-1666-4320-9FF4-E329512AAC09}" type="parTrans" cxnId="{15307ADA-A073-4843-91CC-ED95E2E88AA5}">
      <dgm:prSet/>
      <dgm:spPr/>
      <dgm:t>
        <a:bodyPr/>
        <a:lstStyle/>
        <a:p>
          <a:endParaRPr lang="en-US"/>
        </a:p>
      </dgm:t>
    </dgm:pt>
    <dgm:pt modelId="{6587E555-C29A-4460-969B-18FD83DBB236}" type="sibTrans" cxnId="{15307ADA-A073-4843-91CC-ED95E2E88AA5}">
      <dgm:prSet/>
      <dgm:spPr/>
      <dgm:t>
        <a:bodyPr/>
        <a:lstStyle/>
        <a:p>
          <a:endParaRPr lang="en-US"/>
        </a:p>
      </dgm:t>
    </dgm:pt>
    <dgm:pt modelId="{980534B3-138A-4BF0-811C-2880A364E5E3}">
      <dgm:prSet phldrT="[Text]"/>
      <dgm:spPr/>
      <dgm:t>
        <a:bodyPr/>
        <a:lstStyle/>
        <a:p>
          <a:r>
            <a:rPr lang="en-US"/>
            <a:t>Review</a:t>
          </a:r>
        </a:p>
      </dgm:t>
    </dgm:pt>
    <dgm:pt modelId="{224624C8-B18C-4596-9933-9EE084321652}" type="parTrans" cxnId="{1737366B-069F-4EDE-8128-3A7BCB7D06C4}">
      <dgm:prSet/>
      <dgm:spPr/>
      <dgm:t>
        <a:bodyPr/>
        <a:lstStyle/>
        <a:p>
          <a:endParaRPr lang="en-US"/>
        </a:p>
      </dgm:t>
    </dgm:pt>
    <dgm:pt modelId="{69ECA4A4-C40E-4711-9862-D9EDFEA58DFD}" type="sibTrans" cxnId="{1737366B-069F-4EDE-8128-3A7BCB7D06C4}">
      <dgm:prSet/>
      <dgm:spPr/>
      <dgm:t>
        <a:bodyPr/>
        <a:lstStyle/>
        <a:p>
          <a:endParaRPr lang="en-US"/>
        </a:p>
      </dgm:t>
    </dgm:pt>
    <dgm:pt modelId="{28B58F8B-BA5B-4E28-911B-D5D3E9926F0A}">
      <dgm:prSet phldrT="[Text]"/>
      <dgm:spPr/>
      <dgm:t>
        <a:bodyPr/>
        <a:lstStyle/>
        <a:p>
          <a:r>
            <a:rPr lang="en-US"/>
            <a:t>Improve</a:t>
          </a:r>
        </a:p>
      </dgm:t>
    </dgm:pt>
    <dgm:pt modelId="{41078E34-4901-47A6-81AA-E80BE5B426E6}" type="parTrans" cxnId="{C3934173-8B2F-44C2-8DEF-FF7AB0FB9B1E}">
      <dgm:prSet/>
      <dgm:spPr/>
      <dgm:t>
        <a:bodyPr/>
        <a:lstStyle/>
        <a:p>
          <a:endParaRPr lang="en-US"/>
        </a:p>
      </dgm:t>
    </dgm:pt>
    <dgm:pt modelId="{C2A30FED-D09D-45BB-B356-CDFA7382C98E}" type="sibTrans" cxnId="{C3934173-8B2F-44C2-8DEF-FF7AB0FB9B1E}">
      <dgm:prSet/>
      <dgm:spPr/>
      <dgm:t>
        <a:bodyPr/>
        <a:lstStyle/>
        <a:p>
          <a:endParaRPr lang="en-US"/>
        </a:p>
      </dgm:t>
    </dgm:pt>
    <dgm:pt modelId="{EE3C674C-5639-4358-B549-4476C8B30A68}" type="pres">
      <dgm:prSet presAssocID="{33593B13-573B-46CE-8FCA-7C2A68872B1D}" presName="cycle" presStyleCnt="0">
        <dgm:presLayoutVars>
          <dgm:dir/>
          <dgm:resizeHandles val="exact"/>
        </dgm:presLayoutVars>
      </dgm:prSet>
      <dgm:spPr/>
    </dgm:pt>
    <dgm:pt modelId="{98B95665-7430-4C57-9D11-EB344D6EA583}" type="pres">
      <dgm:prSet presAssocID="{80EE36D8-EA2C-4AE8-AC80-C1F3854DF796}" presName="node" presStyleLbl="node1" presStyleIdx="0" presStyleCnt="5">
        <dgm:presLayoutVars>
          <dgm:bulletEnabled val="1"/>
        </dgm:presLayoutVars>
      </dgm:prSet>
      <dgm:spPr/>
    </dgm:pt>
    <dgm:pt modelId="{F504D745-09E2-4F83-89D5-03F3D2A75889}" type="pres">
      <dgm:prSet presAssocID="{DD1E9127-438E-44E8-B1AE-23C0F67DBBD5}" presName="sibTrans" presStyleLbl="sibTrans2D1" presStyleIdx="0" presStyleCnt="5"/>
      <dgm:spPr/>
    </dgm:pt>
    <dgm:pt modelId="{4F51BE3D-2C51-4205-9820-2CB5D4F8BDFD}" type="pres">
      <dgm:prSet presAssocID="{DD1E9127-438E-44E8-B1AE-23C0F67DBBD5}" presName="connectorText" presStyleLbl="sibTrans2D1" presStyleIdx="0" presStyleCnt="5"/>
      <dgm:spPr/>
    </dgm:pt>
    <dgm:pt modelId="{20A9C2FE-6FAC-48E0-BCCF-86A44D9EFD81}" type="pres">
      <dgm:prSet presAssocID="{5DAFE5AF-FF55-4E4F-BA23-C5C1FF201593}" presName="node" presStyleLbl="node1" presStyleIdx="1" presStyleCnt="5">
        <dgm:presLayoutVars>
          <dgm:bulletEnabled val="1"/>
        </dgm:presLayoutVars>
      </dgm:prSet>
      <dgm:spPr/>
    </dgm:pt>
    <dgm:pt modelId="{09F840B2-B8C1-4516-9578-423E385141CB}" type="pres">
      <dgm:prSet presAssocID="{50B0BE9F-A167-4D2A-A85F-949AC98106E7}" presName="sibTrans" presStyleLbl="sibTrans2D1" presStyleIdx="1" presStyleCnt="5"/>
      <dgm:spPr/>
    </dgm:pt>
    <dgm:pt modelId="{D6422543-8557-4259-AEE1-B6E44198BF59}" type="pres">
      <dgm:prSet presAssocID="{50B0BE9F-A167-4D2A-A85F-949AC98106E7}" presName="connectorText" presStyleLbl="sibTrans2D1" presStyleIdx="1" presStyleCnt="5"/>
      <dgm:spPr/>
    </dgm:pt>
    <dgm:pt modelId="{512B899C-35DE-49C3-BFAA-FB254B345C28}" type="pres">
      <dgm:prSet presAssocID="{2AD74F87-084C-45DC-B4FE-B16B41D14166}" presName="node" presStyleLbl="node1" presStyleIdx="2" presStyleCnt="5">
        <dgm:presLayoutVars>
          <dgm:bulletEnabled val="1"/>
        </dgm:presLayoutVars>
      </dgm:prSet>
      <dgm:spPr/>
    </dgm:pt>
    <dgm:pt modelId="{49C64482-97FB-4B79-B727-ABC0618346C7}" type="pres">
      <dgm:prSet presAssocID="{6587E555-C29A-4460-969B-18FD83DBB236}" presName="sibTrans" presStyleLbl="sibTrans2D1" presStyleIdx="2" presStyleCnt="5"/>
      <dgm:spPr/>
    </dgm:pt>
    <dgm:pt modelId="{060799B9-93E7-4776-B5B4-AC85DBA4D0C6}" type="pres">
      <dgm:prSet presAssocID="{6587E555-C29A-4460-969B-18FD83DBB236}" presName="connectorText" presStyleLbl="sibTrans2D1" presStyleIdx="2" presStyleCnt="5"/>
      <dgm:spPr/>
    </dgm:pt>
    <dgm:pt modelId="{8470668F-1D1F-48C1-9630-0B14444AB3EE}" type="pres">
      <dgm:prSet presAssocID="{980534B3-138A-4BF0-811C-2880A364E5E3}" presName="node" presStyleLbl="node1" presStyleIdx="3" presStyleCnt="5">
        <dgm:presLayoutVars>
          <dgm:bulletEnabled val="1"/>
        </dgm:presLayoutVars>
      </dgm:prSet>
      <dgm:spPr/>
    </dgm:pt>
    <dgm:pt modelId="{63ABB13E-0A21-42EA-ABA0-BABDDEAB4741}" type="pres">
      <dgm:prSet presAssocID="{69ECA4A4-C40E-4711-9862-D9EDFEA58DFD}" presName="sibTrans" presStyleLbl="sibTrans2D1" presStyleIdx="3" presStyleCnt="5"/>
      <dgm:spPr/>
    </dgm:pt>
    <dgm:pt modelId="{1E2935DD-58B1-43EA-B891-7093C2F2A043}" type="pres">
      <dgm:prSet presAssocID="{69ECA4A4-C40E-4711-9862-D9EDFEA58DFD}" presName="connectorText" presStyleLbl="sibTrans2D1" presStyleIdx="3" presStyleCnt="5"/>
      <dgm:spPr/>
    </dgm:pt>
    <dgm:pt modelId="{2967063F-5EC8-41F9-A97E-CEC3E0366EE8}" type="pres">
      <dgm:prSet presAssocID="{28B58F8B-BA5B-4E28-911B-D5D3E9926F0A}" presName="node" presStyleLbl="node1" presStyleIdx="4" presStyleCnt="5">
        <dgm:presLayoutVars>
          <dgm:bulletEnabled val="1"/>
        </dgm:presLayoutVars>
      </dgm:prSet>
      <dgm:spPr/>
    </dgm:pt>
    <dgm:pt modelId="{ACF48D52-2113-4AF0-BD2E-01B600682D7E}" type="pres">
      <dgm:prSet presAssocID="{C2A30FED-D09D-45BB-B356-CDFA7382C98E}" presName="sibTrans" presStyleLbl="sibTrans2D1" presStyleIdx="4" presStyleCnt="5"/>
      <dgm:spPr/>
    </dgm:pt>
    <dgm:pt modelId="{155931E5-6E61-4228-A0D8-4B7FE2BB6FF9}" type="pres">
      <dgm:prSet presAssocID="{C2A30FED-D09D-45BB-B356-CDFA7382C98E}" presName="connectorText" presStyleLbl="sibTrans2D1" presStyleIdx="4" presStyleCnt="5"/>
      <dgm:spPr/>
    </dgm:pt>
  </dgm:ptLst>
  <dgm:cxnLst>
    <dgm:cxn modelId="{493A7804-88D3-4517-AF00-90B027E2EB07}" type="presOf" srcId="{6587E555-C29A-4460-969B-18FD83DBB236}" destId="{060799B9-93E7-4776-B5B4-AC85DBA4D0C6}" srcOrd="1" destOrd="0" presId="urn:microsoft.com/office/officeart/2005/8/layout/cycle2"/>
    <dgm:cxn modelId="{3B37E409-268F-478E-8138-C9566C09806C}" type="presOf" srcId="{DD1E9127-438E-44E8-B1AE-23C0F67DBBD5}" destId="{4F51BE3D-2C51-4205-9820-2CB5D4F8BDFD}" srcOrd="1" destOrd="0" presId="urn:microsoft.com/office/officeart/2005/8/layout/cycle2"/>
    <dgm:cxn modelId="{B1BFFD14-95A2-4117-AF45-2FC6D0627E6C}" type="presOf" srcId="{33593B13-573B-46CE-8FCA-7C2A68872B1D}" destId="{EE3C674C-5639-4358-B549-4476C8B30A68}" srcOrd="0" destOrd="0" presId="urn:microsoft.com/office/officeart/2005/8/layout/cycle2"/>
    <dgm:cxn modelId="{31C0BD1D-61B4-491E-91B1-32069F9EF284}" type="presOf" srcId="{C2A30FED-D09D-45BB-B356-CDFA7382C98E}" destId="{155931E5-6E61-4228-A0D8-4B7FE2BB6FF9}" srcOrd="1" destOrd="0" presId="urn:microsoft.com/office/officeart/2005/8/layout/cycle2"/>
    <dgm:cxn modelId="{ED38FE39-2FAB-413D-8491-2CC092332AEF}" type="presOf" srcId="{5DAFE5AF-FF55-4E4F-BA23-C5C1FF201593}" destId="{20A9C2FE-6FAC-48E0-BCCF-86A44D9EFD81}" srcOrd="0" destOrd="0" presId="urn:microsoft.com/office/officeart/2005/8/layout/cycle2"/>
    <dgm:cxn modelId="{65FC3145-9A4C-4A4F-AF14-49764628EBD3}" srcId="{33593B13-573B-46CE-8FCA-7C2A68872B1D}" destId="{5DAFE5AF-FF55-4E4F-BA23-C5C1FF201593}" srcOrd="1" destOrd="0" parTransId="{64EA23CE-89CA-4C2D-B973-8D82BD9FFD7D}" sibTransId="{50B0BE9F-A167-4D2A-A85F-949AC98106E7}"/>
    <dgm:cxn modelId="{1737366B-069F-4EDE-8128-3A7BCB7D06C4}" srcId="{33593B13-573B-46CE-8FCA-7C2A68872B1D}" destId="{980534B3-138A-4BF0-811C-2880A364E5E3}" srcOrd="3" destOrd="0" parTransId="{224624C8-B18C-4596-9933-9EE084321652}" sibTransId="{69ECA4A4-C40E-4711-9862-D9EDFEA58DFD}"/>
    <dgm:cxn modelId="{E803366D-49F0-4105-B60C-3D88E135EFFD}" type="presOf" srcId="{50B0BE9F-A167-4D2A-A85F-949AC98106E7}" destId="{09F840B2-B8C1-4516-9578-423E385141CB}" srcOrd="0" destOrd="0" presId="urn:microsoft.com/office/officeart/2005/8/layout/cycle2"/>
    <dgm:cxn modelId="{32AE1A4E-4571-4C6E-B236-266D82823E68}" type="presOf" srcId="{C2A30FED-D09D-45BB-B356-CDFA7382C98E}" destId="{ACF48D52-2113-4AF0-BD2E-01B600682D7E}" srcOrd="0" destOrd="0" presId="urn:microsoft.com/office/officeart/2005/8/layout/cycle2"/>
    <dgm:cxn modelId="{C3934173-8B2F-44C2-8DEF-FF7AB0FB9B1E}" srcId="{33593B13-573B-46CE-8FCA-7C2A68872B1D}" destId="{28B58F8B-BA5B-4E28-911B-D5D3E9926F0A}" srcOrd="4" destOrd="0" parTransId="{41078E34-4901-47A6-81AA-E80BE5B426E6}" sibTransId="{C2A30FED-D09D-45BB-B356-CDFA7382C98E}"/>
    <dgm:cxn modelId="{6101CE7D-0EF2-435E-8C8D-8813BC041090}" type="presOf" srcId="{69ECA4A4-C40E-4711-9862-D9EDFEA58DFD}" destId="{63ABB13E-0A21-42EA-ABA0-BABDDEAB4741}" srcOrd="0" destOrd="0" presId="urn:microsoft.com/office/officeart/2005/8/layout/cycle2"/>
    <dgm:cxn modelId="{E7A82480-0763-4C6B-A77E-F93681198357}" type="presOf" srcId="{69ECA4A4-C40E-4711-9862-D9EDFEA58DFD}" destId="{1E2935DD-58B1-43EA-B891-7093C2F2A043}" srcOrd="1" destOrd="0" presId="urn:microsoft.com/office/officeart/2005/8/layout/cycle2"/>
    <dgm:cxn modelId="{7BE05E82-55AF-4F87-AD84-103C9E0037F8}" type="presOf" srcId="{2AD74F87-084C-45DC-B4FE-B16B41D14166}" destId="{512B899C-35DE-49C3-BFAA-FB254B345C28}" srcOrd="0" destOrd="0" presId="urn:microsoft.com/office/officeart/2005/8/layout/cycle2"/>
    <dgm:cxn modelId="{7F1FA18C-6F30-4132-8EDB-A5CE5016207A}" type="presOf" srcId="{80EE36D8-EA2C-4AE8-AC80-C1F3854DF796}" destId="{98B95665-7430-4C57-9D11-EB344D6EA583}" srcOrd="0" destOrd="0" presId="urn:microsoft.com/office/officeart/2005/8/layout/cycle2"/>
    <dgm:cxn modelId="{F527E9BE-0ECD-47C2-889C-DA282220CB6A}" type="presOf" srcId="{28B58F8B-BA5B-4E28-911B-D5D3E9926F0A}" destId="{2967063F-5EC8-41F9-A97E-CEC3E0366EE8}" srcOrd="0" destOrd="0" presId="urn:microsoft.com/office/officeart/2005/8/layout/cycle2"/>
    <dgm:cxn modelId="{C0FA9EC9-5914-430F-8B21-358106290036}" type="presOf" srcId="{980534B3-138A-4BF0-811C-2880A364E5E3}" destId="{8470668F-1D1F-48C1-9630-0B14444AB3EE}" srcOrd="0" destOrd="0" presId="urn:microsoft.com/office/officeart/2005/8/layout/cycle2"/>
    <dgm:cxn modelId="{1DE2A2D3-B3DA-4759-BAA4-74F421D90AA0}" type="presOf" srcId="{6587E555-C29A-4460-969B-18FD83DBB236}" destId="{49C64482-97FB-4B79-B727-ABC0618346C7}" srcOrd="0" destOrd="0" presId="urn:microsoft.com/office/officeart/2005/8/layout/cycle2"/>
    <dgm:cxn modelId="{15307ADA-A073-4843-91CC-ED95E2E88AA5}" srcId="{33593B13-573B-46CE-8FCA-7C2A68872B1D}" destId="{2AD74F87-084C-45DC-B4FE-B16B41D14166}" srcOrd="2" destOrd="0" parTransId="{D2B409CA-1666-4320-9FF4-E329512AAC09}" sibTransId="{6587E555-C29A-4460-969B-18FD83DBB236}"/>
    <dgm:cxn modelId="{640BABDB-0236-4445-8C6C-22B93A947949}" type="presOf" srcId="{DD1E9127-438E-44E8-B1AE-23C0F67DBBD5}" destId="{F504D745-09E2-4F83-89D5-03F3D2A75889}" srcOrd="0" destOrd="0" presId="urn:microsoft.com/office/officeart/2005/8/layout/cycle2"/>
    <dgm:cxn modelId="{580841E5-E19D-4368-992B-9854D72AC34C}" srcId="{33593B13-573B-46CE-8FCA-7C2A68872B1D}" destId="{80EE36D8-EA2C-4AE8-AC80-C1F3854DF796}" srcOrd="0" destOrd="0" parTransId="{325F4D9E-28FE-42AE-8CCB-EF5DAB1DDDED}" sibTransId="{DD1E9127-438E-44E8-B1AE-23C0F67DBBD5}"/>
    <dgm:cxn modelId="{D57652E7-C604-4771-8193-55E56A587182}" type="presOf" srcId="{50B0BE9F-A167-4D2A-A85F-949AC98106E7}" destId="{D6422543-8557-4259-AEE1-B6E44198BF59}" srcOrd="1" destOrd="0" presId="urn:microsoft.com/office/officeart/2005/8/layout/cycle2"/>
    <dgm:cxn modelId="{13146367-ECC0-4BDC-AF13-C406378009AE}" type="presParOf" srcId="{EE3C674C-5639-4358-B549-4476C8B30A68}" destId="{98B95665-7430-4C57-9D11-EB344D6EA583}" srcOrd="0" destOrd="0" presId="urn:microsoft.com/office/officeart/2005/8/layout/cycle2"/>
    <dgm:cxn modelId="{A3ED7CB0-892A-40EA-912B-0F2152CF525C}" type="presParOf" srcId="{EE3C674C-5639-4358-B549-4476C8B30A68}" destId="{F504D745-09E2-4F83-89D5-03F3D2A75889}" srcOrd="1" destOrd="0" presId="urn:microsoft.com/office/officeart/2005/8/layout/cycle2"/>
    <dgm:cxn modelId="{D177A5C5-9F04-4D86-A180-35CCAEE3C45D}" type="presParOf" srcId="{F504D745-09E2-4F83-89D5-03F3D2A75889}" destId="{4F51BE3D-2C51-4205-9820-2CB5D4F8BDFD}" srcOrd="0" destOrd="0" presId="urn:microsoft.com/office/officeart/2005/8/layout/cycle2"/>
    <dgm:cxn modelId="{AF74C2B6-41C9-4382-BC63-E2EB3278EC14}" type="presParOf" srcId="{EE3C674C-5639-4358-B549-4476C8B30A68}" destId="{20A9C2FE-6FAC-48E0-BCCF-86A44D9EFD81}" srcOrd="2" destOrd="0" presId="urn:microsoft.com/office/officeart/2005/8/layout/cycle2"/>
    <dgm:cxn modelId="{560EFB18-6C91-49D8-9C48-198BA5BC8C49}" type="presParOf" srcId="{EE3C674C-5639-4358-B549-4476C8B30A68}" destId="{09F840B2-B8C1-4516-9578-423E385141CB}" srcOrd="3" destOrd="0" presId="urn:microsoft.com/office/officeart/2005/8/layout/cycle2"/>
    <dgm:cxn modelId="{E72EB53C-6C66-4AB0-8630-38BE05281DAE}" type="presParOf" srcId="{09F840B2-B8C1-4516-9578-423E385141CB}" destId="{D6422543-8557-4259-AEE1-B6E44198BF59}" srcOrd="0" destOrd="0" presId="urn:microsoft.com/office/officeart/2005/8/layout/cycle2"/>
    <dgm:cxn modelId="{071AC74B-8165-4B21-9540-052F3ECCF8BD}" type="presParOf" srcId="{EE3C674C-5639-4358-B549-4476C8B30A68}" destId="{512B899C-35DE-49C3-BFAA-FB254B345C28}" srcOrd="4" destOrd="0" presId="urn:microsoft.com/office/officeart/2005/8/layout/cycle2"/>
    <dgm:cxn modelId="{A1B2C561-5563-4C77-8BB9-3CC6CF617393}" type="presParOf" srcId="{EE3C674C-5639-4358-B549-4476C8B30A68}" destId="{49C64482-97FB-4B79-B727-ABC0618346C7}" srcOrd="5" destOrd="0" presId="urn:microsoft.com/office/officeart/2005/8/layout/cycle2"/>
    <dgm:cxn modelId="{2FB38A76-F14C-41CB-A099-60F3BD3DD83C}" type="presParOf" srcId="{49C64482-97FB-4B79-B727-ABC0618346C7}" destId="{060799B9-93E7-4776-B5B4-AC85DBA4D0C6}" srcOrd="0" destOrd="0" presId="urn:microsoft.com/office/officeart/2005/8/layout/cycle2"/>
    <dgm:cxn modelId="{9B33E710-1D90-4F2A-8361-3A21DE82C32F}" type="presParOf" srcId="{EE3C674C-5639-4358-B549-4476C8B30A68}" destId="{8470668F-1D1F-48C1-9630-0B14444AB3EE}" srcOrd="6" destOrd="0" presId="urn:microsoft.com/office/officeart/2005/8/layout/cycle2"/>
    <dgm:cxn modelId="{B6768F07-2BF5-4787-B402-F8BBDABB0820}" type="presParOf" srcId="{EE3C674C-5639-4358-B549-4476C8B30A68}" destId="{63ABB13E-0A21-42EA-ABA0-BABDDEAB4741}" srcOrd="7" destOrd="0" presId="urn:microsoft.com/office/officeart/2005/8/layout/cycle2"/>
    <dgm:cxn modelId="{05F963D9-E838-4BA5-9FCB-6CFEAD330628}" type="presParOf" srcId="{63ABB13E-0A21-42EA-ABA0-BABDDEAB4741}" destId="{1E2935DD-58B1-43EA-B891-7093C2F2A043}" srcOrd="0" destOrd="0" presId="urn:microsoft.com/office/officeart/2005/8/layout/cycle2"/>
    <dgm:cxn modelId="{DD93D178-B300-4FD5-9A3A-DD59B4CDA4E8}" type="presParOf" srcId="{EE3C674C-5639-4358-B549-4476C8B30A68}" destId="{2967063F-5EC8-41F9-A97E-CEC3E0366EE8}" srcOrd="8" destOrd="0" presId="urn:microsoft.com/office/officeart/2005/8/layout/cycle2"/>
    <dgm:cxn modelId="{50D11DFB-A5F9-4E51-B48A-15E6285B1D53}" type="presParOf" srcId="{EE3C674C-5639-4358-B549-4476C8B30A68}" destId="{ACF48D52-2113-4AF0-BD2E-01B600682D7E}" srcOrd="9" destOrd="0" presId="urn:microsoft.com/office/officeart/2005/8/layout/cycle2"/>
    <dgm:cxn modelId="{E06C0150-2B46-4EF1-8C3B-F114672D291F}" type="presParOf" srcId="{ACF48D52-2113-4AF0-BD2E-01B600682D7E}" destId="{155931E5-6E61-4228-A0D8-4B7FE2BB6FF9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1EE1C1F-02CA-4D56-8037-678867217FA4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06EBF28-6D24-4F44-B940-E16796CB4B0E}">
      <dgm:prSet phldrT="[Text]"/>
      <dgm:spPr/>
      <dgm:t>
        <a:bodyPr/>
        <a:lstStyle/>
        <a:p>
          <a:r>
            <a:rPr lang="en-US"/>
            <a:t>Requirement 1</a:t>
          </a:r>
        </a:p>
      </dgm:t>
    </dgm:pt>
    <dgm:pt modelId="{819CBBCC-6742-45ED-A5BE-9ECE6C599DCA}" type="parTrans" cxnId="{B82622EE-8E3A-406E-9DE0-33231F0F7407}">
      <dgm:prSet/>
      <dgm:spPr/>
      <dgm:t>
        <a:bodyPr/>
        <a:lstStyle/>
        <a:p>
          <a:endParaRPr lang="en-US"/>
        </a:p>
      </dgm:t>
    </dgm:pt>
    <dgm:pt modelId="{76C9569C-559F-49A9-BE20-4565BC7CF649}" type="sibTrans" cxnId="{B82622EE-8E3A-406E-9DE0-33231F0F7407}">
      <dgm:prSet/>
      <dgm:spPr/>
      <dgm:t>
        <a:bodyPr/>
        <a:lstStyle/>
        <a:p>
          <a:endParaRPr lang="en-US"/>
        </a:p>
      </dgm:t>
    </dgm:pt>
    <dgm:pt modelId="{1A7EC41E-56DC-4AF2-9D6E-BCA915035708}">
      <dgm:prSet phldrT="[Text]"/>
      <dgm:spPr/>
      <dgm:t>
        <a:bodyPr/>
        <a:lstStyle/>
        <a:p>
          <a:r>
            <a:rPr lang="en-US"/>
            <a:t>Requirement 2</a:t>
          </a:r>
        </a:p>
      </dgm:t>
    </dgm:pt>
    <dgm:pt modelId="{4BFA1E5D-540E-40FD-8E1E-0946929F69A2}" type="parTrans" cxnId="{16876D2C-CCEC-4C4A-AA11-79DA823D031E}">
      <dgm:prSet/>
      <dgm:spPr/>
      <dgm:t>
        <a:bodyPr/>
        <a:lstStyle/>
        <a:p>
          <a:endParaRPr lang="en-US"/>
        </a:p>
      </dgm:t>
    </dgm:pt>
    <dgm:pt modelId="{F8CB69E8-C621-4183-A89E-3A24CB2FA25B}" type="sibTrans" cxnId="{16876D2C-CCEC-4C4A-AA11-79DA823D031E}">
      <dgm:prSet/>
      <dgm:spPr/>
      <dgm:t>
        <a:bodyPr/>
        <a:lstStyle/>
        <a:p>
          <a:endParaRPr lang="en-US"/>
        </a:p>
      </dgm:t>
    </dgm:pt>
    <dgm:pt modelId="{B93CB4E0-32A0-4A82-ACE9-A22A2FE38405}">
      <dgm:prSet phldrT="[Text]"/>
      <dgm:spPr/>
      <dgm:t>
        <a:bodyPr/>
        <a:lstStyle/>
        <a:p>
          <a:r>
            <a:rPr lang="en-US"/>
            <a:t>Requirement 3</a:t>
          </a:r>
        </a:p>
      </dgm:t>
    </dgm:pt>
    <dgm:pt modelId="{D0A09781-6E36-426F-AC8B-A4D12D9BF2F2}" type="parTrans" cxnId="{48AE78D6-1386-4FEF-A7A1-DCFD05E099ED}">
      <dgm:prSet/>
      <dgm:spPr/>
      <dgm:t>
        <a:bodyPr/>
        <a:lstStyle/>
        <a:p>
          <a:endParaRPr lang="en-US"/>
        </a:p>
      </dgm:t>
    </dgm:pt>
    <dgm:pt modelId="{F4F1A036-B8E3-44EB-987D-D289F5B002F1}" type="sibTrans" cxnId="{48AE78D6-1386-4FEF-A7A1-DCFD05E099ED}">
      <dgm:prSet/>
      <dgm:spPr/>
      <dgm:t>
        <a:bodyPr/>
        <a:lstStyle/>
        <a:p>
          <a:endParaRPr lang="en-US"/>
        </a:p>
      </dgm:t>
    </dgm:pt>
    <dgm:pt modelId="{087D6B36-461C-4225-BD92-360ACD251900}">
      <dgm:prSet phldrT="[Text]"/>
      <dgm:spPr/>
      <dgm:t>
        <a:bodyPr/>
        <a:lstStyle/>
        <a:p>
          <a:r>
            <a:rPr lang="en-US"/>
            <a:t>Requirement 4</a:t>
          </a:r>
        </a:p>
      </dgm:t>
    </dgm:pt>
    <dgm:pt modelId="{F139FD63-C515-4EE2-9BCF-9931759A5C47}" type="parTrans" cxnId="{A249BA56-6BDC-4679-B198-0AF09325C19C}">
      <dgm:prSet/>
      <dgm:spPr/>
      <dgm:t>
        <a:bodyPr/>
        <a:lstStyle/>
        <a:p>
          <a:endParaRPr lang="en-US"/>
        </a:p>
      </dgm:t>
    </dgm:pt>
    <dgm:pt modelId="{FFCF5351-3B01-406B-B30F-59E7D472EE42}" type="sibTrans" cxnId="{A249BA56-6BDC-4679-B198-0AF09325C19C}">
      <dgm:prSet/>
      <dgm:spPr/>
      <dgm:t>
        <a:bodyPr/>
        <a:lstStyle/>
        <a:p>
          <a:endParaRPr lang="en-US"/>
        </a:p>
      </dgm:t>
    </dgm:pt>
    <dgm:pt modelId="{433CE14E-C557-4848-8D91-A60557736433}">
      <dgm:prSet phldrT="[Text]" phldr="1"/>
      <dgm:spPr/>
      <dgm:t>
        <a:bodyPr/>
        <a:lstStyle/>
        <a:p>
          <a:endParaRPr lang="en-US"/>
        </a:p>
      </dgm:t>
    </dgm:pt>
    <dgm:pt modelId="{ED99B8E8-0BBB-4E48-8F41-11054AFCB053}" type="parTrans" cxnId="{2B72DFAA-1A0E-4EC1-8FE9-A9C43056A0B2}">
      <dgm:prSet/>
      <dgm:spPr/>
      <dgm:t>
        <a:bodyPr/>
        <a:lstStyle/>
        <a:p>
          <a:endParaRPr lang="en-US"/>
        </a:p>
      </dgm:t>
    </dgm:pt>
    <dgm:pt modelId="{A18E1E39-C346-4D26-9515-610287D57D1F}" type="sibTrans" cxnId="{2B72DFAA-1A0E-4EC1-8FE9-A9C43056A0B2}">
      <dgm:prSet/>
      <dgm:spPr/>
      <dgm:t>
        <a:bodyPr/>
        <a:lstStyle/>
        <a:p>
          <a:endParaRPr lang="en-US"/>
        </a:p>
      </dgm:t>
    </dgm:pt>
    <dgm:pt modelId="{6E6BD372-5617-4902-92AE-6723463C8101}" type="pres">
      <dgm:prSet presAssocID="{01EE1C1F-02CA-4D56-8037-678867217FA4}" presName="diagram" presStyleCnt="0">
        <dgm:presLayoutVars>
          <dgm:dir/>
          <dgm:resizeHandles val="exact"/>
        </dgm:presLayoutVars>
      </dgm:prSet>
      <dgm:spPr/>
    </dgm:pt>
    <dgm:pt modelId="{04F1A756-B863-45A4-9C2D-70F570FA4B1F}" type="pres">
      <dgm:prSet presAssocID="{706EBF28-6D24-4F44-B940-E16796CB4B0E}" presName="node" presStyleLbl="node1" presStyleIdx="0" presStyleCnt="5">
        <dgm:presLayoutVars>
          <dgm:bulletEnabled val="1"/>
        </dgm:presLayoutVars>
      </dgm:prSet>
      <dgm:spPr/>
    </dgm:pt>
    <dgm:pt modelId="{484B2C73-0146-4BAE-A28B-02B0D1AA7C40}" type="pres">
      <dgm:prSet presAssocID="{76C9569C-559F-49A9-BE20-4565BC7CF649}" presName="sibTrans" presStyleCnt="0"/>
      <dgm:spPr/>
    </dgm:pt>
    <dgm:pt modelId="{4D3B6BE7-E1F9-47A3-8F6C-8759D59274D7}" type="pres">
      <dgm:prSet presAssocID="{1A7EC41E-56DC-4AF2-9D6E-BCA915035708}" presName="node" presStyleLbl="node1" presStyleIdx="1" presStyleCnt="5">
        <dgm:presLayoutVars>
          <dgm:bulletEnabled val="1"/>
        </dgm:presLayoutVars>
      </dgm:prSet>
      <dgm:spPr/>
    </dgm:pt>
    <dgm:pt modelId="{83DB5C8A-DAB5-4BDB-B951-A6BE15898D81}" type="pres">
      <dgm:prSet presAssocID="{F8CB69E8-C621-4183-A89E-3A24CB2FA25B}" presName="sibTrans" presStyleCnt="0"/>
      <dgm:spPr/>
    </dgm:pt>
    <dgm:pt modelId="{D70549BC-4C67-45DF-BD13-9807E2E3AF5B}" type="pres">
      <dgm:prSet presAssocID="{B93CB4E0-32A0-4A82-ACE9-A22A2FE38405}" presName="node" presStyleLbl="node1" presStyleIdx="2" presStyleCnt="5">
        <dgm:presLayoutVars>
          <dgm:bulletEnabled val="1"/>
        </dgm:presLayoutVars>
      </dgm:prSet>
      <dgm:spPr/>
    </dgm:pt>
    <dgm:pt modelId="{E056FCB1-3D06-4D91-A739-CC5811F44926}" type="pres">
      <dgm:prSet presAssocID="{F4F1A036-B8E3-44EB-987D-D289F5B002F1}" presName="sibTrans" presStyleCnt="0"/>
      <dgm:spPr/>
    </dgm:pt>
    <dgm:pt modelId="{BA4306C3-2617-47D9-A4CE-714EFFB52A87}" type="pres">
      <dgm:prSet presAssocID="{087D6B36-461C-4225-BD92-360ACD251900}" presName="node" presStyleLbl="node1" presStyleIdx="3" presStyleCnt="5">
        <dgm:presLayoutVars>
          <dgm:bulletEnabled val="1"/>
        </dgm:presLayoutVars>
      </dgm:prSet>
      <dgm:spPr/>
    </dgm:pt>
    <dgm:pt modelId="{2407871A-0F5A-4F3B-9CF5-5B70C7F21364}" type="pres">
      <dgm:prSet presAssocID="{FFCF5351-3B01-406B-B30F-59E7D472EE42}" presName="sibTrans" presStyleCnt="0"/>
      <dgm:spPr/>
    </dgm:pt>
    <dgm:pt modelId="{38264B62-710D-488C-852D-879531103709}" type="pres">
      <dgm:prSet presAssocID="{433CE14E-C557-4848-8D91-A60557736433}" presName="node" presStyleLbl="node1" presStyleIdx="4" presStyleCnt="5">
        <dgm:presLayoutVars>
          <dgm:bulletEnabled val="1"/>
        </dgm:presLayoutVars>
      </dgm:prSet>
      <dgm:spPr/>
    </dgm:pt>
  </dgm:ptLst>
  <dgm:cxnLst>
    <dgm:cxn modelId="{13F3F617-292D-4E30-B362-581B5696D601}" type="presOf" srcId="{433CE14E-C557-4848-8D91-A60557736433}" destId="{38264B62-710D-488C-852D-879531103709}" srcOrd="0" destOrd="0" presId="urn:microsoft.com/office/officeart/2005/8/layout/default"/>
    <dgm:cxn modelId="{16876D2C-CCEC-4C4A-AA11-79DA823D031E}" srcId="{01EE1C1F-02CA-4D56-8037-678867217FA4}" destId="{1A7EC41E-56DC-4AF2-9D6E-BCA915035708}" srcOrd="1" destOrd="0" parTransId="{4BFA1E5D-540E-40FD-8E1E-0946929F69A2}" sibTransId="{F8CB69E8-C621-4183-A89E-3A24CB2FA25B}"/>
    <dgm:cxn modelId="{D7AB6762-A665-4679-9AEC-0C2F99CFBCFA}" type="presOf" srcId="{087D6B36-461C-4225-BD92-360ACD251900}" destId="{BA4306C3-2617-47D9-A4CE-714EFFB52A87}" srcOrd="0" destOrd="0" presId="urn:microsoft.com/office/officeart/2005/8/layout/default"/>
    <dgm:cxn modelId="{A249BA56-6BDC-4679-B198-0AF09325C19C}" srcId="{01EE1C1F-02CA-4D56-8037-678867217FA4}" destId="{087D6B36-461C-4225-BD92-360ACD251900}" srcOrd="3" destOrd="0" parTransId="{F139FD63-C515-4EE2-9BCF-9931759A5C47}" sibTransId="{FFCF5351-3B01-406B-B30F-59E7D472EE42}"/>
    <dgm:cxn modelId="{A4E3A679-2461-4698-A98D-469D105E2476}" type="presOf" srcId="{706EBF28-6D24-4F44-B940-E16796CB4B0E}" destId="{04F1A756-B863-45A4-9C2D-70F570FA4B1F}" srcOrd="0" destOrd="0" presId="urn:microsoft.com/office/officeart/2005/8/layout/default"/>
    <dgm:cxn modelId="{A5809F98-FC59-439A-AE50-DB4DBEE0D797}" type="presOf" srcId="{1A7EC41E-56DC-4AF2-9D6E-BCA915035708}" destId="{4D3B6BE7-E1F9-47A3-8F6C-8759D59274D7}" srcOrd="0" destOrd="0" presId="urn:microsoft.com/office/officeart/2005/8/layout/default"/>
    <dgm:cxn modelId="{C3CAB6A1-EEE3-44EA-B4AE-5334BD379655}" type="presOf" srcId="{B93CB4E0-32A0-4A82-ACE9-A22A2FE38405}" destId="{D70549BC-4C67-45DF-BD13-9807E2E3AF5B}" srcOrd="0" destOrd="0" presId="urn:microsoft.com/office/officeart/2005/8/layout/default"/>
    <dgm:cxn modelId="{2B72DFAA-1A0E-4EC1-8FE9-A9C43056A0B2}" srcId="{01EE1C1F-02CA-4D56-8037-678867217FA4}" destId="{433CE14E-C557-4848-8D91-A60557736433}" srcOrd="4" destOrd="0" parTransId="{ED99B8E8-0BBB-4E48-8F41-11054AFCB053}" sibTransId="{A18E1E39-C346-4D26-9515-610287D57D1F}"/>
    <dgm:cxn modelId="{48AE78D6-1386-4FEF-A7A1-DCFD05E099ED}" srcId="{01EE1C1F-02CA-4D56-8037-678867217FA4}" destId="{B93CB4E0-32A0-4A82-ACE9-A22A2FE38405}" srcOrd="2" destOrd="0" parTransId="{D0A09781-6E36-426F-AC8B-A4D12D9BF2F2}" sibTransId="{F4F1A036-B8E3-44EB-987D-D289F5B002F1}"/>
    <dgm:cxn modelId="{B82622EE-8E3A-406E-9DE0-33231F0F7407}" srcId="{01EE1C1F-02CA-4D56-8037-678867217FA4}" destId="{706EBF28-6D24-4F44-B940-E16796CB4B0E}" srcOrd="0" destOrd="0" parTransId="{819CBBCC-6742-45ED-A5BE-9ECE6C599DCA}" sibTransId="{76C9569C-559F-49A9-BE20-4565BC7CF649}"/>
    <dgm:cxn modelId="{F2FF05FF-5CD1-4BD2-927B-DDA5175C4D20}" type="presOf" srcId="{01EE1C1F-02CA-4D56-8037-678867217FA4}" destId="{6E6BD372-5617-4902-92AE-6723463C8101}" srcOrd="0" destOrd="0" presId="urn:microsoft.com/office/officeart/2005/8/layout/default"/>
    <dgm:cxn modelId="{B577EEAB-93FD-46CB-A49F-FA05DC1E2C75}" type="presParOf" srcId="{6E6BD372-5617-4902-92AE-6723463C8101}" destId="{04F1A756-B863-45A4-9C2D-70F570FA4B1F}" srcOrd="0" destOrd="0" presId="urn:microsoft.com/office/officeart/2005/8/layout/default"/>
    <dgm:cxn modelId="{C34AC6B6-DABD-4285-B96B-B5FA0B36499A}" type="presParOf" srcId="{6E6BD372-5617-4902-92AE-6723463C8101}" destId="{484B2C73-0146-4BAE-A28B-02B0D1AA7C40}" srcOrd="1" destOrd="0" presId="urn:microsoft.com/office/officeart/2005/8/layout/default"/>
    <dgm:cxn modelId="{8A9BE257-4AB6-4E4A-B696-03B65AA25F5B}" type="presParOf" srcId="{6E6BD372-5617-4902-92AE-6723463C8101}" destId="{4D3B6BE7-E1F9-47A3-8F6C-8759D59274D7}" srcOrd="2" destOrd="0" presId="urn:microsoft.com/office/officeart/2005/8/layout/default"/>
    <dgm:cxn modelId="{4CBD2C9B-843D-4954-8540-626ACB7A3920}" type="presParOf" srcId="{6E6BD372-5617-4902-92AE-6723463C8101}" destId="{83DB5C8A-DAB5-4BDB-B951-A6BE15898D81}" srcOrd="3" destOrd="0" presId="urn:microsoft.com/office/officeart/2005/8/layout/default"/>
    <dgm:cxn modelId="{59D3226F-C609-4716-A5E1-A33A7EC06D02}" type="presParOf" srcId="{6E6BD372-5617-4902-92AE-6723463C8101}" destId="{D70549BC-4C67-45DF-BD13-9807E2E3AF5B}" srcOrd="4" destOrd="0" presId="urn:microsoft.com/office/officeart/2005/8/layout/default"/>
    <dgm:cxn modelId="{022E87C8-E695-4BE2-84E7-1FC21B88DCD5}" type="presParOf" srcId="{6E6BD372-5617-4902-92AE-6723463C8101}" destId="{E056FCB1-3D06-4D91-A739-CC5811F44926}" srcOrd="5" destOrd="0" presId="urn:microsoft.com/office/officeart/2005/8/layout/default"/>
    <dgm:cxn modelId="{84A8D43C-559E-47CF-907A-31B1F9902124}" type="presParOf" srcId="{6E6BD372-5617-4902-92AE-6723463C8101}" destId="{BA4306C3-2617-47D9-A4CE-714EFFB52A87}" srcOrd="6" destOrd="0" presId="urn:microsoft.com/office/officeart/2005/8/layout/default"/>
    <dgm:cxn modelId="{45395619-5381-4802-B4BC-5E5EEFD694BC}" type="presParOf" srcId="{6E6BD372-5617-4902-92AE-6723463C8101}" destId="{2407871A-0F5A-4F3B-9CF5-5B70C7F21364}" srcOrd="7" destOrd="0" presId="urn:microsoft.com/office/officeart/2005/8/layout/default"/>
    <dgm:cxn modelId="{EE194311-C0B4-40B5-8AB6-0C35411763D9}" type="presParOf" srcId="{6E6BD372-5617-4902-92AE-6723463C8101}" destId="{38264B62-710D-488C-852D-879531103709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928B8B-99D9-4F5B-AD51-C2D1B8C98831}">
      <dsp:nvSpPr>
        <dsp:cNvPr id="0" name=""/>
        <dsp:cNvSpPr/>
      </dsp:nvSpPr>
      <dsp:spPr>
        <a:xfrm>
          <a:off x="2718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538921-88AB-477C-9316-C6174802317E}">
      <dsp:nvSpPr>
        <dsp:cNvPr id="0" name=""/>
        <dsp:cNvSpPr/>
      </dsp:nvSpPr>
      <dsp:spPr>
        <a:xfrm>
          <a:off x="87233" y="84515"/>
          <a:ext cx="676122" cy="676122"/>
        </a:xfrm>
        <a:prstGeom prst="chord">
          <a:avLst>
            <a:gd name="adj1" fmla="val 1168272"/>
            <a:gd name="adj2" fmla="val 963172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15518C-1A08-4E5E-9AE8-47929964CF72}">
      <dsp:nvSpPr>
        <dsp:cNvPr id="0" name=""/>
        <dsp:cNvSpPr/>
      </dsp:nvSpPr>
      <dsp:spPr>
        <a:xfrm>
          <a:off x="1023945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Design</a:t>
          </a:r>
        </a:p>
      </dsp:txBody>
      <dsp:txXfrm>
        <a:off x="1023945" y="845153"/>
        <a:ext cx="2500245" cy="3556686"/>
      </dsp:txXfrm>
    </dsp:sp>
    <dsp:sp modelId="{BF6F942A-DAA1-467D-A813-D80E4A10A270}">
      <dsp:nvSpPr>
        <dsp:cNvPr id="0" name=""/>
        <dsp:cNvSpPr/>
      </dsp:nvSpPr>
      <dsp:spPr>
        <a:xfrm>
          <a:off x="1023945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Plan</a:t>
          </a:r>
        </a:p>
      </dsp:txBody>
      <dsp:txXfrm>
        <a:off x="1023945" y="0"/>
        <a:ext cx="2500245" cy="845153"/>
      </dsp:txXfrm>
    </dsp:sp>
    <dsp:sp modelId="{C5EED73C-4D07-4A80-BDBA-0F8E701CF91D}">
      <dsp:nvSpPr>
        <dsp:cNvPr id="0" name=""/>
        <dsp:cNvSpPr/>
      </dsp:nvSpPr>
      <dsp:spPr>
        <a:xfrm>
          <a:off x="3700264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4733EE-AC16-4FC5-BFB3-A1ADC0880B0B}">
      <dsp:nvSpPr>
        <dsp:cNvPr id="0" name=""/>
        <dsp:cNvSpPr/>
      </dsp:nvSpPr>
      <dsp:spPr>
        <a:xfrm>
          <a:off x="3784779" y="84515"/>
          <a:ext cx="676122" cy="676122"/>
        </a:xfrm>
        <a:prstGeom prst="chord">
          <a:avLst>
            <a:gd name="adj1" fmla="val 20431728"/>
            <a:gd name="adj2" fmla="val 11968272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40F6-9A6E-433E-A406-2FA8DBAF00C2}">
      <dsp:nvSpPr>
        <dsp:cNvPr id="0" name=""/>
        <dsp:cNvSpPr/>
      </dsp:nvSpPr>
      <dsp:spPr>
        <a:xfrm>
          <a:off x="4721490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Test</a:t>
          </a:r>
        </a:p>
      </dsp:txBody>
      <dsp:txXfrm>
        <a:off x="4721490" y="845153"/>
        <a:ext cx="2500245" cy="3556686"/>
      </dsp:txXfrm>
    </dsp:sp>
    <dsp:sp modelId="{5B185A13-B5F2-4999-ACFC-EE52E3D69499}">
      <dsp:nvSpPr>
        <dsp:cNvPr id="0" name=""/>
        <dsp:cNvSpPr/>
      </dsp:nvSpPr>
      <dsp:spPr>
        <a:xfrm>
          <a:off x="4721490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Build</a:t>
          </a:r>
        </a:p>
      </dsp:txBody>
      <dsp:txXfrm>
        <a:off x="4721490" y="0"/>
        <a:ext cx="2500245" cy="845153"/>
      </dsp:txXfrm>
    </dsp:sp>
    <dsp:sp modelId="{171B63C5-631D-469A-9F4F-15BE63439720}">
      <dsp:nvSpPr>
        <dsp:cNvPr id="0" name=""/>
        <dsp:cNvSpPr/>
      </dsp:nvSpPr>
      <dsp:spPr>
        <a:xfrm>
          <a:off x="7397809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512A18-1021-4CAB-9F2D-6F9D12DF5A9D}">
      <dsp:nvSpPr>
        <dsp:cNvPr id="0" name=""/>
        <dsp:cNvSpPr/>
      </dsp:nvSpPr>
      <dsp:spPr>
        <a:xfrm>
          <a:off x="7482324" y="84515"/>
          <a:ext cx="676122" cy="676122"/>
        </a:xfrm>
        <a:prstGeom prst="chord">
          <a:avLst>
            <a:gd name="adj1" fmla="val 162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E2A3B7-96F9-4989-A2C4-F2D2B219BA75}">
      <dsp:nvSpPr>
        <dsp:cNvPr id="0" name=""/>
        <dsp:cNvSpPr/>
      </dsp:nvSpPr>
      <dsp:spPr>
        <a:xfrm>
          <a:off x="8419036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400" kern="1200"/>
        </a:p>
      </dsp:txBody>
      <dsp:txXfrm>
        <a:off x="8419036" y="845153"/>
        <a:ext cx="2500245" cy="3556686"/>
      </dsp:txXfrm>
    </dsp:sp>
    <dsp:sp modelId="{F7B20A09-93B0-4B89-8BED-77C245789921}">
      <dsp:nvSpPr>
        <dsp:cNvPr id="0" name=""/>
        <dsp:cNvSpPr/>
      </dsp:nvSpPr>
      <dsp:spPr>
        <a:xfrm>
          <a:off x="8419036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Deploy</a:t>
          </a:r>
        </a:p>
      </dsp:txBody>
      <dsp:txXfrm>
        <a:off x="8419036" y="0"/>
        <a:ext cx="2500245" cy="84515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BFCB52-02FC-4FBF-9261-DC3C26CF9450}">
      <dsp:nvSpPr>
        <dsp:cNvPr id="0" name=""/>
        <dsp:cNvSpPr/>
      </dsp:nvSpPr>
      <dsp:spPr>
        <a:xfrm>
          <a:off x="2359189" y="480"/>
          <a:ext cx="2757165" cy="137858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8001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CEO</a:t>
          </a:r>
        </a:p>
      </dsp:txBody>
      <dsp:txXfrm>
        <a:off x="2399566" y="40857"/>
        <a:ext cx="2676411" cy="1297828"/>
      </dsp:txXfrm>
    </dsp:sp>
    <dsp:sp modelId="{97B19CC5-E5F5-41D7-B6CF-8FB86B4F6191}">
      <dsp:nvSpPr>
        <dsp:cNvPr id="0" name=""/>
        <dsp:cNvSpPr/>
      </dsp:nvSpPr>
      <dsp:spPr>
        <a:xfrm>
          <a:off x="2634905" y="1379063"/>
          <a:ext cx="275716" cy="10339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33936"/>
              </a:lnTo>
              <a:lnTo>
                <a:pt x="275716" y="103393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FD10FE-FEB6-42DF-BFFF-FD6922243D9E}">
      <dsp:nvSpPr>
        <dsp:cNvPr id="0" name=""/>
        <dsp:cNvSpPr/>
      </dsp:nvSpPr>
      <dsp:spPr>
        <a:xfrm>
          <a:off x="2910622" y="1723708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VP Sales</a:t>
          </a:r>
        </a:p>
      </dsp:txBody>
      <dsp:txXfrm>
        <a:off x="2950999" y="1764085"/>
        <a:ext cx="2124978" cy="1297828"/>
      </dsp:txXfrm>
    </dsp:sp>
    <dsp:sp modelId="{BB25DAD5-CC61-4586-B127-D114D32E8C05}">
      <dsp:nvSpPr>
        <dsp:cNvPr id="0" name=""/>
        <dsp:cNvSpPr/>
      </dsp:nvSpPr>
      <dsp:spPr>
        <a:xfrm>
          <a:off x="2634905" y="1379063"/>
          <a:ext cx="275716" cy="27571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57165"/>
              </a:lnTo>
              <a:lnTo>
                <a:pt x="275716" y="275716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CA223-E11A-46C2-90D6-9753E8DA26C6}">
      <dsp:nvSpPr>
        <dsp:cNvPr id="0" name=""/>
        <dsp:cNvSpPr/>
      </dsp:nvSpPr>
      <dsp:spPr>
        <a:xfrm>
          <a:off x="2910622" y="3446936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VP Engineering</a:t>
          </a:r>
        </a:p>
      </dsp:txBody>
      <dsp:txXfrm>
        <a:off x="2950999" y="3487313"/>
        <a:ext cx="2124978" cy="1297828"/>
      </dsp:txXfrm>
    </dsp:sp>
    <dsp:sp modelId="{31C77B65-7606-4162-9DE9-6E45F042A5C0}">
      <dsp:nvSpPr>
        <dsp:cNvPr id="0" name=""/>
        <dsp:cNvSpPr/>
      </dsp:nvSpPr>
      <dsp:spPr>
        <a:xfrm>
          <a:off x="5805645" y="480"/>
          <a:ext cx="2757165" cy="137858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8001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VP Marketing</a:t>
          </a:r>
        </a:p>
      </dsp:txBody>
      <dsp:txXfrm>
        <a:off x="5846022" y="40857"/>
        <a:ext cx="2676411" cy="1297828"/>
      </dsp:txXfrm>
    </dsp:sp>
    <dsp:sp modelId="{E366FA6F-D514-4722-ADD2-8B8C4E7DB876}">
      <dsp:nvSpPr>
        <dsp:cNvPr id="0" name=""/>
        <dsp:cNvSpPr/>
      </dsp:nvSpPr>
      <dsp:spPr>
        <a:xfrm>
          <a:off x="6081362" y="1379063"/>
          <a:ext cx="275716" cy="10339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33936"/>
              </a:lnTo>
              <a:lnTo>
                <a:pt x="275716" y="103393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ADBB84D-DE6C-4B9A-B5B0-B3B2A94CC975}">
      <dsp:nvSpPr>
        <dsp:cNvPr id="0" name=""/>
        <dsp:cNvSpPr/>
      </dsp:nvSpPr>
      <dsp:spPr>
        <a:xfrm>
          <a:off x="6357078" y="1723708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6397455" y="1764085"/>
        <a:ext cx="2124978" cy="1297828"/>
      </dsp:txXfrm>
    </dsp:sp>
    <dsp:sp modelId="{D87CB2CE-737E-461A-B20C-8B63923DECC7}">
      <dsp:nvSpPr>
        <dsp:cNvPr id="0" name=""/>
        <dsp:cNvSpPr/>
      </dsp:nvSpPr>
      <dsp:spPr>
        <a:xfrm>
          <a:off x="6081362" y="1379063"/>
          <a:ext cx="275716" cy="27571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57165"/>
              </a:lnTo>
              <a:lnTo>
                <a:pt x="275716" y="275716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B2C1E5-3812-495B-A0F3-D6725C26DD31}">
      <dsp:nvSpPr>
        <dsp:cNvPr id="0" name=""/>
        <dsp:cNvSpPr/>
      </dsp:nvSpPr>
      <dsp:spPr>
        <a:xfrm>
          <a:off x="6357078" y="3446936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6397455" y="3487313"/>
        <a:ext cx="2124978" cy="12978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B95665-7430-4C57-9D11-EB344D6EA583}">
      <dsp:nvSpPr>
        <dsp:cNvPr id="0" name=""/>
        <dsp:cNvSpPr/>
      </dsp:nvSpPr>
      <dsp:spPr>
        <a:xfrm>
          <a:off x="4733044" y="307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Idea</a:t>
          </a:r>
        </a:p>
      </dsp:txBody>
      <dsp:txXfrm>
        <a:off x="4946257" y="213520"/>
        <a:ext cx="1029485" cy="1029485"/>
      </dsp:txXfrm>
    </dsp:sp>
    <dsp:sp modelId="{F504D745-09E2-4F83-89D5-03F3D2A75889}">
      <dsp:nvSpPr>
        <dsp:cNvPr id="0" name=""/>
        <dsp:cNvSpPr/>
      </dsp:nvSpPr>
      <dsp:spPr>
        <a:xfrm rot="2160000">
          <a:off x="6143382" y="1119621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6154522" y="1183610"/>
        <a:ext cx="272204" cy="294822"/>
      </dsp:txXfrm>
    </dsp:sp>
    <dsp:sp modelId="{20A9C2FE-6FAC-48E0-BCCF-86A44D9EFD81}">
      <dsp:nvSpPr>
        <dsp:cNvPr id="0" name=""/>
        <dsp:cNvSpPr/>
      </dsp:nvSpPr>
      <dsp:spPr>
        <a:xfrm>
          <a:off x="6504481" y="1287332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Plan</a:t>
          </a:r>
        </a:p>
      </dsp:txBody>
      <dsp:txXfrm>
        <a:off x="6717694" y="1500545"/>
        <a:ext cx="1029485" cy="1029485"/>
      </dsp:txXfrm>
    </dsp:sp>
    <dsp:sp modelId="{09F840B2-B8C1-4516-9578-423E385141CB}">
      <dsp:nvSpPr>
        <dsp:cNvPr id="0" name=""/>
        <dsp:cNvSpPr/>
      </dsp:nvSpPr>
      <dsp:spPr>
        <a:xfrm rot="6480000">
          <a:off x="6703091" y="2800360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6779445" y="2843159"/>
        <a:ext cx="272204" cy="294822"/>
      </dsp:txXfrm>
    </dsp:sp>
    <dsp:sp modelId="{512B899C-35DE-49C3-BFAA-FB254B345C28}">
      <dsp:nvSpPr>
        <dsp:cNvPr id="0" name=""/>
        <dsp:cNvSpPr/>
      </dsp:nvSpPr>
      <dsp:spPr>
        <a:xfrm>
          <a:off x="5827852" y="3369781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Execute</a:t>
          </a:r>
        </a:p>
      </dsp:txBody>
      <dsp:txXfrm>
        <a:off x="6041065" y="3582994"/>
        <a:ext cx="1029485" cy="1029485"/>
      </dsp:txXfrm>
    </dsp:sp>
    <dsp:sp modelId="{49C64482-97FB-4B79-B727-ABC0618346C7}">
      <dsp:nvSpPr>
        <dsp:cNvPr id="0" name=""/>
        <dsp:cNvSpPr/>
      </dsp:nvSpPr>
      <dsp:spPr>
        <a:xfrm rot="10800000">
          <a:off x="5277573" y="3852051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5394232" y="3950325"/>
        <a:ext cx="272204" cy="294822"/>
      </dsp:txXfrm>
    </dsp:sp>
    <dsp:sp modelId="{8470668F-1D1F-48C1-9630-0B14444AB3EE}">
      <dsp:nvSpPr>
        <dsp:cNvPr id="0" name=""/>
        <dsp:cNvSpPr/>
      </dsp:nvSpPr>
      <dsp:spPr>
        <a:xfrm>
          <a:off x="3638236" y="3369781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Review</a:t>
          </a:r>
        </a:p>
      </dsp:txBody>
      <dsp:txXfrm>
        <a:off x="3851449" y="3582994"/>
        <a:ext cx="1029485" cy="1029485"/>
      </dsp:txXfrm>
    </dsp:sp>
    <dsp:sp modelId="{63ABB13E-0A21-42EA-ABA0-BABDDEAB4741}">
      <dsp:nvSpPr>
        <dsp:cNvPr id="0" name=""/>
        <dsp:cNvSpPr/>
      </dsp:nvSpPr>
      <dsp:spPr>
        <a:xfrm rot="15120000">
          <a:off x="3836846" y="2821294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3913200" y="2975043"/>
        <a:ext cx="272204" cy="294822"/>
      </dsp:txXfrm>
    </dsp:sp>
    <dsp:sp modelId="{2967063F-5EC8-41F9-A97E-CEC3E0366EE8}">
      <dsp:nvSpPr>
        <dsp:cNvPr id="0" name=""/>
        <dsp:cNvSpPr/>
      </dsp:nvSpPr>
      <dsp:spPr>
        <a:xfrm>
          <a:off x="2961607" y="1287332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Improve</a:t>
          </a:r>
        </a:p>
      </dsp:txBody>
      <dsp:txXfrm>
        <a:off x="3174820" y="1500545"/>
        <a:ext cx="1029485" cy="1029485"/>
      </dsp:txXfrm>
    </dsp:sp>
    <dsp:sp modelId="{ACF48D52-2113-4AF0-BD2E-01B600682D7E}">
      <dsp:nvSpPr>
        <dsp:cNvPr id="0" name=""/>
        <dsp:cNvSpPr/>
      </dsp:nvSpPr>
      <dsp:spPr>
        <a:xfrm rot="19440000">
          <a:off x="4371945" y="1132559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383085" y="1265118"/>
        <a:ext cx="272204" cy="29482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F1A756-B863-45A4-9C2D-70F570FA4B1F}">
      <dsp:nvSpPr>
        <dsp:cNvPr id="0" name=""/>
        <dsp:cNvSpPr/>
      </dsp:nvSpPr>
      <dsp:spPr>
        <a:xfrm>
          <a:off x="0" y="194468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1</a:t>
          </a:r>
        </a:p>
      </dsp:txBody>
      <dsp:txXfrm>
        <a:off x="0" y="194468"/>
        <a:ext cx="3413125" cy="2047875"/>
      </dsp:txXfrm>
    </dsp:sp>
    <dsp:sp modelId="{4D3B6BE7-E1F9-47A3-8F6C-8759D59274D7}">
      <dsp:nvSpPr>
        <dsp:cNvPr id="0" name=""/>
        <dsp:cNvSpPr/>
      </dsp:nvSpPr>
      <dsp:spPr>
        <a:xfrm>
          <a:off x="3754437" y="194468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2</a:t>
          </a:r>
        </a:p>
      </dsp:txBody>
      <dsp:txXfrm>
        <a:off x="3754437" y="194468"/>
        <a:ext cx="3413125" cy="2047875"/>
      </dsp:txXfrm>
    </dsp:sp>
    <dsp:sp modelId="{D70549BC-4C67-45DF-BD13-9807E2E3AF5B}">
      <dsp:nvSpPr>
        <dsp:cNvPr id="0" name=""/>
        <dsp:cNvSpPr/>
      </dsp:nvSpPr>
      <dsp:spPr>
        <a:xfrm>
          <a:off x="7508875" y="194468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3</a:t>
          </a:r>
        </a:p>
      </dsp:txBody>
      <dsp:txXfrm>
        <a:off x="7508875" y="194468"/>
        <a:ext cx="3413125" cy="2047875"/>
      </dsp:txXfrm>
    </dsp:sp>
    <dsp:sp modelId="{BA4306C3-2617-47D9-A4CE-714EFFB52A87}">
      <dsp:nvSpPr>
        <dsp:cNvPr id="0" name=""/>
        <dsp:cNvSpPr/>
      </dsp:nvSpPr>
      <dsp:spPr>
        <a:xfrm>
          <a:off x="1877218" y="2583656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4</a:t>
          </a:r>
        </a:p>
      </dsp:txBody>
      <dsp:txXfrm>
        <a:off x="1877218" y="2583656"/>
        <a:ext cx="3413125" cy="2047875"/>
      </dsp:txXfrm>
    </dsp:sp>
    <dsp:sp modelId="{38264B62-710D-488C-852D-879531103709}">
      <dsp:nvSpPr>
        <dsp:cNvPr id="0" name=""/>
        <dsp:cNvSpPr/>
      </dsp:nvSpPr>
      <dsp:spPr>
        <a:xfrm>
          <a:off x="5631656" y="2583656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300" kern="1200"/>
        </a:p>
      </dsp:txBody>
      <dsp:txXfrm>
        <a:off x="5631656" y="2583656"/>
        <a:ext cx="3413125" cy="20478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IncreasingCircleProcess">
  <dgm:title val=""/>
  <dgm:desc val=""/>
  <dgm:catLst>
    <dgm:cat type="list" pri="8300"/>
    <dgm:cat type="process" pri="43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clrData>
  <dgm:layoutNode name="Name0">
    <dgm:varLst>
      <dgm:chMax val="7"/>
      <dgm:chPref val="7"/>
      <dgm:dir/>
      <dgm:animOne val="branch"/>
      <dgm:animLvl val="lvl"/>
    </dgm:varLst>
    <dgm:choose name="Name1">
      <dgm:if name="Name2" func="var" arg="dir" op="equ" val="norm">
        <dgm:alg type="lin">
          <dgm:param type="linDir" val="fromL"/>
          <dgm:param type="horzAlign" val="ctr"/>
          <dgm:param type="vertAlign" val="t"/>
        </dgm:alg>
      </dgm:if>
      <dgm:else name="Name3">
        <dgm:alg type="lin">
          <dgm:param type="linDir" val="fromR"/>
          <dgm:param type="horzAlign" val="ctr"/>
          <dgm:param type="vertAlign" val="t"/>
        </dgm:alg>
      </dgm:else>
    </dgm:choose>
    <dgm:shape xmlns:r="http://schemas.openxmlformats.org/officeDocument/2006/relationships" r:blip="">
      <dgm:adjLst/>
    </dgm:shape>
    <dgm:constrLst>
      <dgm:constr type="primFontSz" for="des" forName="Child" val="65"/>
      <dgm:constr type="primFontSz" for="des" forName="Parent" val="65"/>
      <dgm:constr type="primFontSz" for="des" forName="Child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h" refFor="ch" refForName="composite" op="equ" fact="0.04"/>
    </dgm:constrLst>
    <dgm:forEach name="nodesForEach" axis="ch" ptType="node" cnt="7">
      <dgm:layoutNode name="composite">
        <dgm:alg type="composite">
          <dgm:param type="ar" val="0.8"/>
        </dgm:alg>
        <dgm:choose name="Name4">
          <dgm:if name="Name5" func="var" arg="dir" op="equ" val="norm">
            <dgm:constrLst>
              <dgm:constr type="l" for="ch" forName="Child" refType="w" fact="0.29"/>
              <dgm:constr type="t" for="ch" forName="Child" refType="h" fact="0.192"/>
              <dgm:constr type="w" for="ch" forName="Child" refType="w" fact="0.71"/>
              <dgm:constr type="h" for="ch" forName="Child" refType="h" fact="0.808"/>
              <dgm:constr type="l" for="ch" forName="Parent" refType="w" fact="0.29"/>
              <dgm:constr type="t" for="ch" forName="Parent" refType="h" fact="0"/>
              <dgm:constr type="w" for="ch" forName="Parent" refType="w" fact="0.71"/>
              <dgm:constr type="h" for="ch" forName="Parent" refType="h" fact="0.192"/>
              <dgm:constr type="l" for="ch" forName="BackAccent" refType="w" fact="0"/>
              <dgm:constr type="t" for="ch" forName="BackAccent" refType="h" fact="0"/>
              <dgm:constr type="w" for="ch" forName="BackAccent" refType="w" fact="0.24"/>
              <dgm:constr type="h" for="ch" forName="BackAccent" refType="h" fact="0.192"/>
              <dgm:constr type="l" for="ch" forName="Accent" refType="w" fact="0.024"/>
              <dgm:constr type="t" for="ch" forName="Accent" refType="h" fact="0.0192"/>
              <dgm:constr type="w" for="ch" forName="Accent" refType="w" fact="0.192"/>
              <dgm:constr type="h" for="ch" forName="Accent" refType="h" fact="0.1536"/>
            </dgm:constrLst>
          </dgm:if>
          <dgm:else name="Name6">
            <dgm:constrLst>
              <dgm:constr type="r" for="ch" forName="Child" refType="w" fact="0.71"/>
              <dgm:constr type="t" for="ch" forName="Child" refType="h" fact="0.192"/>
              <dgm:constr type="w" for="ch" forName="Child" refType="w" fact="0.71"/>
              <dgm:constr type="h" for="ch" forName="Child" refType="h" fact="0.808"/>
              <dgm:constr type="r" for="ch" forName="Parent" refType="w" fact="0.71"/>
              <dgm:constr type="t" for="ch" forName="Parent" refType="h" fact="0"/>
              <dgm:constr type="w" for="ch" forName="Parent" refType="w" fact="0.71"/>
              <dgm:constr type="h" for="ch" forName="Parent" refType="h" fact="0.192"/>
              <dgm:constr type="r" for="ch" forName="BackAccent" refType="w"/>
              <dgm:constr type="t" for="ch" forName="BackAccent" refType="h" fact="0"/>
              <dgm:constr type="w" for="ch" forName="BackAccent" refType="w" fact="0.24"/>
              <dgm:constr type="h" for="ch" forName="BackAccent" refType="h" fact="0.192"/>
              <dgm:constr type="r" for="ch" forName="Accent" refType="w" fact="0.976"/>
              <dgm:constr type="t" for="ch" forName="Accent" refType="h" fact="0.0192"/>
              <dgm:constr type="w" for="ch" forName="Accent" refType="w" fact="0.192"/>
              <dgm:constr type="h" for="ch" forName="Accent" refType="h" fact="0.1536"/>
            </dgm:constrLst>
          </dgm:else>
        </dgm:choose>
        <dgm:layoutNode name="BackAccent" styleLbl="bgShp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Accent" styleLbl="alignNode1">
          <dgm:alg type="sp"/>
          <dgm:choose name="Name7">
            <dgm:if name="Name8" axis="precedSib" ptType="node" func="cnt" op="equ" val="0">
              <dgm:choose name="Name9">
                <dgm:if name="Name10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11" axis="followSib" ptType="node" func="cnt" op="equ" val="1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if name="Name12" axis="followSib" ptType="node" func="cnt" op="equ" val="2">
                  <dgm:shape xmlns:r="http://schemas.openxmlformats.org/officeDocument/2006/relationships" type="chord" r:blip="">
                    <dgm:adjLst>
                      <dgm:adj idx="1" val="19.4712"/>
                      <dgm:adj idx="2" val="160.5288"/>
                    </dgm:adjLst>
                  </dgm:shape>
                </dgm:if>
                <dgm:if name="Name13" axis="followSib" ptType="node" func="cnt" op="equ" val="3">
                  <dgm:shape xmlns:r="http://schemas.openxmlformats.org/officeDocument/2006/relationships" type="chord" r:blip="">
                    <dgm:adjLst>
                      <dgm:adj idx="1" val="30"/>
                      <dgm:adj idx="2" val="150"/>
                    </dgm:adjLst>
                  </dgm:shape>
                </dgm:if>
                <dgm:if name="Name14" axis="followSib" ptType="node" func="cnt" op="equ" val="4">
                  <dgm:shape xmlns:r="http://schemas.openxmlformats.org/officeDocument/2006/relationships" type="chord" r:blip="">
                    <dgm:adjLst>
                      <dgm:adj idx="1" val="38.8699"/>
                      <dgm:adj idx="2" val="143.1301"/>
                    </dgm:adjLst>
                  </dgm:shape>
                </dgm:if>
                <dgm:if name="Name15" axis="followSib" ptType="node" func="cnt" op="equ" val="5">
                  <dgm:shape xmlns:r="http://schemas.openxmlformats.org/officeDocument/2006/relationships" type="chord" r:blip="">
                    <dgm:adjLst>
                      <dgm:adj idx="1" val="41.8103"/>
                      <dgm:adj idx="2" val="138.1897"/>
                    </dgm:adjLst>
                  </dgm:shape>
                </dgm:if>
                <dgm:else name="Name16">
                  <dgm:shape xmlns:r="http://schemas.openxmlformats.org/officeDocument/2006/relationships" type="chord" r:blip="">
                    <dgm:adjLst>
                      <dgm:adj idx="1" val="45.5847"/>
                      <dgm:adj idx="2" val="134.4153"/>
                    </dgm:adjLst>
                  </dgm:shape>
                </dgm:else>
              </dgm:choose>
            </dgm:if>
            <dgm:if name="Name17" axis="precedSib" ptType="node" func="cnt" op="equ" val="1">
              <dgm:choose name="Name18">
                <dgm:if name="Name19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20" axis="followSib" ptType="node" func="cnt" op="equ" val="1">
                  <dgm:shape xmlns:r="http://schemas.openxmlformats.org/officeDocument/2006/relationships" type="chord" r:blip="">
                    <dgm:adjLst>
                      <dgm:adj idx="1" val="-19.4712"/>
                      <dgm:adj idx="2" val="-160.5288"/>
                    </dgm:adjLst>
                  </dgm:shape>
                </dgm:if>
                <dgm:if name="Name21" axis="followSib" ptType="node" func="cnt" op="equ" val="2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if name="Name22" axis="followSib" ptType="node" func="cnt" op="equ" val="3">
                  <dgm:shape xmlns:r="http://schemas.openxmlformats.org/officeDocument/2006/relationships" type="chord" r:blip="">
                    <dgm:adjLst>
                      <dgm:adj idx="1" val="11.537"/>
                      <dgm:adj idx="2" val="168.463"/>
                    </dgm:adjLst>
                  </dgm:shape>
                </dgm:if>
                <dgm:if name="Name23" axis="followSib" ptType="node" func="cnt" op="equ" val="4">
                  <dgm:shape xmlns:r="http://schemas.openxmlformats.org/officeDocument/2006/relationships" type="chord" r:blip="">
                    <dgm:adjLst>
                      <dgm:adj idx="1" val="19.4712"/>
                      <dgm:adj idx="2" val="160.5288"/>
                    </dgm:adjLst>
                  </dgm:shape>
                </dgm:if>
                <dgm:else name="Name24">
                  <dgm:shape xmlns:r="http://schemas.openxmlformats.org/officeDocument/2006/relationships" type="chord" r:blip="">
                    <dgm:adjLst>
                      <dgm:adj idx="1" val="25.3769"/>
                      <dgm:adj idx="2" val="154.6231"/>
                    </dgm:adjLst>
                  </dgm:shape>
                </dgm:else>
              </dgm:choose>
            </dgm:if>
            <dgm:if name="Name25" axis="precedSib" ptType="node" func="cnt" op="equ" val="2">
              <dgm:choose name="Name26">
                <dgm:if name="Name27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28" axis="followSib" ptType="node" func="cnt" op="equ" val="1">
                  <dgm:shape xmlns:r="http://schemas.openxmlformats.org/officeDocument/2006/relationships" type="chord" r:blip="">
                    <dgm:adjLst>
                      <dgm:adj idx="1" val="-30"/>
                      <dgm:adj idx="2" val="-150"/>
                    </dgm:adjLst>
                  </dgm:shape>
                </dgm:if>
                <dgm:if name="Name29" axis="followSib" ptType="node" func="cnt" op="equ" val="2">
                  <dgm:shape xmlns:r="http://schemas.openxmlformats.org/officeDocument/2006/relationships" type="chord" r:blip="">
                    <dgm:adjLst>
                      <dgm:adj idx="1" val="-11.537"/>
                      <dgm:adj idx="2" val="-168.463"/>
                    </dgm:adjLst>
                  </dgm:shape>
                </dgm:if>
                <dgm:if name="Name30" axis="followSib" ptType="node" func="cnt" op="equ" val="3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else name="Name31">
                  <dgm:shape xmlns:r="http://schemas.openxmlformats.org/officeDocument/2006/relationships" type="chord" r:blip="">
                    <dgm:adjLst>
                      <dgm:adj idx="1" val="8.2133"/>
                      <dgm:adj idx="2" val="171.7867"/>
                    </dgm:adjLst>
                  </dgm:shape>
                </dgm:else>
              </dgm:choose>
            </dgm:if>
            <dgm:if name="Name32" axis="precedSib" ptType="node" func="cnt" op="equ" val="3">
              <dgm:choose name="Name33">
                <dgm:if name="Name34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35" axis="followSib" ptType="node" func="cnt" op="equ" val="1">
                  <dgm:shape xmlns:r="http://schemas.openxmlformats.org/officeDocument/2006/relationships" type="chord" r:blip="">
                    <dgm:adjLst>
                      <dgm:adj idx="1" val="-38.8699"/>
                      <dgm:adj idx="2" val="-143.1301"/>
                    </dgm:adjLst>
                  </dgm:shape>
                </dgm:if>
                <dgm:if name="Name36" axis="followSib" ptType="node" func="cnt" op="equ" val="2">
                  <dgm:shape xmlns:r="http://schemas.openxmlformats.org/officeDocument/2006/relationships" type="chord" r:blip="">
                    <dgm:adjLst>
                      <dgm:adj idx="1" val="-19.4712"/>
                      <dgm:adj idx="2" val="-160.5288"/>
                    </dgm:adjLst>
                  </dgm:shape>
                </dgm:if>
                <dgm:else name="Name37">
                  <dgm:shape xmlns:r="http://schemas.openxmlformats.org/officeDocument/2006/relationships" type="chord" r:blip="">
                    <dgm:adjLst>
                      <dgm:adj idx="1" val="-8.2133"/>
                      <dgm:adj idx="2" val="-171.7867"/>
                    </dgm:adjLst>
                  </dgm:shape>
                </dgm:else>
              </dgm:choose>
            </dgm:if>
            <dgm:if name="Name38" axis="precedSib" ptType="node" func="cnt" op="equ" val="4">
              <dgm:choose name="Name39">
                <dgm:if name="Name40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41" axis="followSib" ptType="node" func="cnt" op="equ" val="1">
                  <dgm:shape xmlns:r="http://schemas.openxmlformats.org/officeDocument/2006/relationships" type="chord" r:blip="">
                    <dgm:adjLst>
                      <dgm:adj idx="1" val="-41.8103"/>
                      <dgm:adj idx="2" val="-138.1897"/>
                    </dgm:adjLst>
                  </dgm:shape>
                </dgm:if>
                <dgm:else name="Name42">
                  <dgm:shape xmlns:r="http://schemas.openxmlformats.org/officeDocument/2006/relationships" type="chord" r:blip="">
                    <dgm:adjLst>
                      <dgm:adj idx="1" val="-25.3769"/>
                      <dgm:adj idx="2" val="-154.6231"/>
                    </dgm:adjLst>
                  </dgm:shape>
                </dgm:else>
              </dgm:choose>
            </dgm:if>
            <dgm:if name="Name43" axis="precedSib" ptType="node" func="cnt" op="equ" val="5">
              <dgm:choose name="Name44">
                <dgm:if name="Name45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else name="Name46">
                  <dgm:shape xmlns:r="http://schemas.openxmlformats.org/officeDocument/2006/relationships" type="chord" r:blip="">
                    <dgm:adjLst>
                      <dgm:adj idx="1" val="-45.5847"/>
                      <dgm:adj idx="2" val="-134.4153"/>
                    </dgm:adjLst>
                  </dgm:shape>
                </dgm:else>
              </dgm:choose>
            </dgm:if>
            <dgm:else name="Name47">
              <dgm:shape xmlns:r="http://schemas.openxmlformats.org/officeDocument/2006/relationships" type="chord" r:blip="">
                <dgm:adjLst>
                  <dgm:adj idx="1" val="-90"/>
                  <dgm:adj idx="2" val="-90"/>
                </dgm:adjLst>
              </dgm:shape>
            </dgm:else>
          </dgm:choose>
          <dgm:presOf/>
        </dgm:layoutNode>
        <dgm:layoutNode name="Child" styleLbl="revTx">
          <dgm:varLst>
            <dgm:chMax val="0"/>
            <dgm:chPref val="0"/>
            <dgm:bulletEnabled val="1"/>
          </dgm:varLst>
          <dgm:choose name="Name48">
            <dgm:if name="Name49" func="var" arg="dir" op="equ" val="norm">
              <dgm:alg type="tx">
                <dgm:param type="parTxLTRAlign" val="l"/>
                <dgm:param type="parTxRTLAlign" val="l"/>
                <dgm:param type="txAnchorVert" val="t"/>
              </dgm:alg>
            </dgm:if>
            <dgm:else name="Name50">
              <dgm:alg type="tx">
                <dgm:param type="parTxLTRAlign" val="r"/>
                <dgm:param type="parTxRTLAlign" val="r"/>
                <dgm:param type="txAnchorVert" val="t"/>
              </dgm:alg>
            </dgm:else>
          </dgm:choose>
          <dgm:choose name="Name51">
            <dgm:if name="Name52" axis="ch" ptType="node" func="cnt" op="gte" val="1">
              <dgm:shape xmlns:r="http://schemas.openxmlformats.org/officeDocument/2006/relationships" type="rect" r:blip="">
                <dgm:adjLst/>
              </dgm:shape>
            </dgm:if>
            <dgm:else name="Name53">
              <dgm:shape xmlns:r="http://schemas.openxmlformats.org/officeDocument/2006/relationships" type="rect" r:blip="" hideGeom="1">
                <dgm:adjLst/>
              </dgm:shape>
            </dgm:else>
          </dgm:choose>
          <dgm:choose name="Name54">
            <dgm:if name="Name55" axis="ch" ptType="node" func="cnt" op="gte" val="1">
              <dgm:presOf axis="des" ptType="node"/>
            </dgm:if>
            <dgm:else name="Name56">
              <dgm:presOf/>
            </dgm:else>
          </dgm:choose>
          <dgm:constrLst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Parent" styleLbl="revTx">
          <dgm:varLst>
            <dgm:chMax val="1"/>
            <dgm:chPref val="1"/>
            <dgm:bulletEnabled val="1"/>
          </dgm:varLst>
          <dgm:choose name="Name57">
            <dgm:if name="Name58" func="var" arg="dir" op="equ" val="norm">
              <dgm:alg type="tx">
                <dgm:param type="parTxLTRAlign" val="l"/>
                <dgm:param type="parTxRTLAlign" val="l"/>
                <dgm:param type="shpTxLTRAlignCh" val="l"/>
                <dgm:param type="shpTxRTLAlignCh" val="l"/>
                <dgm:param type="txAnchorVert" val="b"/>
                <dgm:param type="txAnchorVertCh" val="b"/>
              </dgm:alg>
            </dgm:if>
            <dgm:else name="Name59">
              <dgm:alg type="tx">
                <dgm:param type="parTxLTRAlign" val="r"/>
                <dgm:param type="parTxRTLAlign" val="r"/>
                <dgm:param type="shpTxLTRAlignCh" val="r"/>
                <dgm:param type="shpTxRTLAlignCh" val="r"/>
                <dgm:param type="txAnchorVert" val="b"/>
                <dgm:param type="txAnchorVertCh" val="b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F8021-8EA2-9D81-060A-43D799C251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DAF411-17FD-FEB0-B995-86BBA64696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197A0-A1A6-D390-5EA2-C3E44A592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EDE2BD-0E57-A779-7360-C82C1CD3B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FE1A3-E0DC-CEB8-5C62-B97EDD712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692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307E2-37A0-3EF1-D251-893EE4BC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E57AA-4DB5-29A1-7BE4-7861A30CD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E2C89-9DE2-F044-AD2D-1E9831618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DDECA-2B16-751A-0630-8791702F5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80F81-9385-18F1-ABC6-8D56A0FAD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797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D2D9D-A4EF-35E9-1B25-A761111D5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BDAA91-E2DD-4E17-F2DB-69A0E409B1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9181F-36DB-6490-0054-C8856BD38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6CFE1-1A58-D77A-AB43-8D0FB538B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7AE88-13B6-6792-2238-9753CE2E7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162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86ED0-344F-33D3-F352-2FC0B8D48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424AF-BC8C-348A-A6EF-C2BBA90B85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0B6694-497D-B3C4-7685-CC2526A95F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4F7408-6E03-1839-D959-488A52553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FD635F-DDA5-F134-FBC1-97100E670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96624A-C881-15EA-7497-89D46E82A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255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9A670-747C-BA50-5D0A-58A5CA071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CA58C-4AC9-CA92-0747-0F841B3C2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D29A03-2AF6-2AE1-653A-B198462C17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1A7E4F-6F08-097E-20C9-A3CBE7948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EBA116-0F6B-6875-1735-1675909595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E18329-DDED-C0DB-7B8C-97AE4F3AD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E764A6-0E50-44C2-B5C1-2C66376C7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D22AFC-2C68-97D8-B083-6E8744E32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65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6EB35-DD7B-71C4-BB5D-03E436EBD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FFEEB9-81E9-4B0D-C1D7-67009D53E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06A4AF-E4DC-E5C9-49CA-C816647C1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9E9E49-DF9B-F029-CC02-1457FBB98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989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FB507C-560C-8637-5097-C4097D127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3F3423-3C65-5996-FC52-F0471614C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A7BC3-DA78-BE94-0657-6706BF579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18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D14C-D01A-2B25-E5D0-4C7A56625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A2014-40F8-44F9-40B0-1EB72ED94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15533C-434E-EFF8-C4EF-0EC574E28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3DC24F-5385-BC6F-0A2D-7EB4D5BA7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0C5EFB-0F0A-188E-3CB5-D0318D717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43C2A9-BD5C-CA41-D1AF-7F9BDEF97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53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576D8-022C-C463-BC2E-250339270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685AFD-7115-C41F-9600-C15CCDCA3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061B91-ECA8-2FB6-EADC-0A51697DD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4A265-5BD8-354B-59B1-7AC293776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F3C8D8-D7F2-436F-AD25-8B87FBCF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66949A-C6AE-1650-723A-78C4F5ED4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449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BEF17-D523-E1EE-7A93-F434CDCF2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C6D580-C398-63F8-1C1B-324EC92F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29D30-EEFA-846D-19DA-33DBFD323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78DE5-CB7E-525B-B99A-E5E4CF5D6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7612D-C38E-76CE-9920-1CC598C4A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702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E40302-6428-295F-1E75-414AFC875A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F8C5E-8586-2315-2C12-45AC8D2DB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1D39F-B049-02F1-B3C4-8FE422814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DB9F4-F2E7-0431-DD4A-57337446E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69AA2-ABF7-228E-ABC5-43BD60FE7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999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5C5F7A-8C5E-91F1-9367-2D26A2ED2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878C9-B211-6F0D-331B-EA9338C97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BF61A7-518B-76A7-159B-500D5612CC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ED259-4413-4035-A184-3DE577509D8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6DDB3-C1F5-CEEE-2F1E-70AB510EE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0F705-067A-45E7-AEFB-45DD44BE32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333A1-5376-4469-8242-0DD5F60818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104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2A020A-5A71-BB15-6FF6-E07EA1511621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Process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0B667E8-6BDA-7376-14B8-30685254D4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8368093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7919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6BE6A-640C-4EE0-5649-826BAEFEEDFE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Hierarchy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771C72C-F2B6-712F-CC14-A7F856128C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8794066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18489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019349-7F8D-C769-E569-FDD75081048B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Cycle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FFAFCC7D-6897-A3F5-5B9A-5C8AA6DCE1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32186203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2582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BF10E0-ADF4-12D8-030F-49D8F00D8E0C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List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4C8071F-8313-8455-A9D9-22E48DF813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00531343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63044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The Band</dc:creator>
  <cp:lastModifiedBy>ALI The Band</cp:lastModifiedBy>
  <cp:revision>1</cp:revision>
  <dcterms:created xsi:type="dcterms:W3CDTF">2026-07-17T01:16:58Z</dcterms:created>
  <dcterms:modified xsi:type="dcterms:W3CDTF">2026-07-17T01:16:58Z</dcterms:modified>
</cp:coreProperties>
</file>