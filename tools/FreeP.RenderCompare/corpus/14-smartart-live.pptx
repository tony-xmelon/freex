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102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86E0FA-0BDA-418C-BA42-538DDD18FF02}" type="doc">
      <dgm:prSet loTypeId="urn:microsoft.com/office/officeart/2008/layout/IncreasingCircleProces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335A1FB-EED7-4DE3-9C06-F3EAA42D8F5E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054D5A81-1C9B-4756-A0CC-4201CF32F40D}" type="parTrans" cxnId="{05576170-8720-498E-A61A-31D4350116AB}">
      <dgm:prSet/>
      <dgm:spPr/>
      <dgm:t>
        <a:bodyPr/>
        <a:lstStyle/>
        <a:p>
          <a:endParaRPr lang="en-US"/>
        </a:p>
      </dgm:t>
    </dgm:pt>
    <dgm:pt modelId="{826D559B-1EFD-4367-933C-22DB6B7634F0}" type="sibTrans" cxnId="{05576170-8720-498E-A61A-31D4350116AB}">
      <dgm:prSet/>
      <dgm:spPr/>
      <dgm:t>
        <a:bodyPr/>
        <a:lstStyle/>
        <a:p>
          <a:endParaRPr lang="en-US"/>
        </a:p>
      </dgm:t>
    </dgm:pt>
    <dgm:pt modelId="{6583A78C-B33C-4935-99A6-DDC15D3E3644}">
      <dgm:prSet phldrT="[Text]"/>
      <dgm:spPr/>
      <dgm:t>
        <a:bodyPr/>
        <a:lstStyle/>
        <a:p>
          <a:r>
            <a:rPr lang="en-US"/>
            <a:t>Design</a:t>
          </a:r>
        </a:p>
      </dgm:t>
    </dgm:pt>
    <dgm:pt modelId="{F01D1550-DFB5-48E1-A1BB-AA0A15A79AB3}" type="parTrans" cxnId="{8172E5F7-8039-4B30-8569-C1C3CC30E6B4}">
      <dgm:prSet/>
      <dgm:spPr/>
      <dgm:t>
        <a:bodyPr/>
        <a:lstStyle/>
        <a:p>
          <a:endParaRPr lang="en-US"/>
        </a:p>
      </dgm:t>
    </dgm:pt>
    <dgm:pt modelId="{E6C17513-BC73-4D10-A682-2B4F0DBDC2C3}" type="sibTrans" cxnId="{8172E5F7-8039-4B30-8569-C1C3CC30E6B4}">
      <dgm:prSet/>
      <dgm:spPr/>
      <dgm:t>
        <a:bodyPr/>
        <a:lstStyle/>
        <a:p>
          <a:endParaRPr lang="en-US"/>
        </a:p>
      </dgm:t>
    </dgm:pt>
    <dgm:pt modelId="{25C3DAF5-B1D5-415D-9FE4-72F45554AEB2}">
      <dgm:prSet phldrT="[Text]"/>
      <dgm:spPr/>
      <dgm:t>
        <a:bodyPr/>
        <a:lstStyle/>
        <a:p>
          <a:r>
            <a:rPr lang="en-US"/>
            <a:t>Build</a:t>
          </a:r>
        </a:p>
      </dgm:t>
    </dgm:pt>
    <dgm:pt modelId="{C7E34383-D608-4237-BCBD-5007AAA11752}" type="parTrans" cxnId="{E3C1824B-6E33-4C75-B146-4F3BED0619A5}">
      <dgm:prSet/>
      <dgm:spPr/>
      <dgm:t>
        <a:bodyPr/>
        <a:lstStyle/>
        <a:p>
          <a:endParaRPr lang="en-US"/>
        </a:p>
      </dgm:t>
    </dgm:pt>
    <dgm:pt modelId="{9274B0E9-A7B0-440D-BBC8-2787D4815662}" type="sibTrans" cxnId="{E3C1824B-6E33-4C75-B146-4F3BED0619A5}">
      <dgm:prSet/>
      <dgm:spPr/>
      <dgm:t>
        <a:bodyPr/>
        <a:lstStyle/>
        <a:p>
          <a:endParaRPr lang="en-US"/>
        </a:p>
      </dgm:t>
    </dgm:pt>
    <dgm:pt modelId="{8BE04D66-E2F4-4CF2-8191-7FBD72F94FC5}">
      <dgm:prSet phldrT="[Text]"/>
      <dgm:spPr/>
      <dgm:t>
        <a:bodyPr/>
        <a:lstStyle/>
        <a:p>
          <a:r>
            <a:rPr lang="en-US"/>
            <a:t>Test</a:t>
          </a:r>
        </a:p>
      </dgm:t>
    </dgm:pt>
    <dgm:pt modelId="{085A42D5-32AD-4A85-BD67-FD4B98502C92}" type="parTrans" cxnId="{5F0083F1-EEA0-44E7-ACA1-28F32CD4E2D7}">
      <dgm:prSet/>
      <dgm:spPr/>
      <dgm:t>
        <a:bodyPr/>
        <a:lstStyle/>
        <a:p>
          <a:endParaRPr lang="en-US"/>
        </a:p>
      </dgm:t>
    </dgm:pt>
    <dgm:pt modelId="{1502A3F4-A236-479A-B7F9-9D429B6F5E59}" type="sibTrans" cxnId="{5F0083F1-EEA0-44E7-ACA1-28F32CD4E2D7}">
      <dgm:prSet/>
      <dgm:spPr/>
      <dgm:t>
        <a:bodyPr/>
        <a:lstStyle/>
        <a:p>
          <a:endParaRPr lang="en-US"/>
        </a:p>
      </dgm:t>
    </dgm:pt>
    <dgm:pt modelId="{9A39324C-498B-4422-9993-CEF3E521F44E}">
      <dgm:prSet phldrT="[Text]"/>
      <dgm:spPr/>
      <dgm:t>
        <a:bodyPr/>
        <a:lstStyle/>
        <a:p>
          <a:r>
            <a:rPr lang="en-US"/>
            <a:t>Deploy</a:t>
          </a:r>
        </a:p>
      </dgm:t>
    </dgm:pt>
    <dgm:pt modelId="{43824B51-FEC2-4C80-AFDC-412B4880A6E2}" type="parTrans" cxnId="{C4143440-D374-493D-8BEE-3FCD7162B44A}">
      <dgm:prSet/>
      <dgm:spPr/>
      <dgm:t>
        <a:bodyPr/>
        <a:lstStyle/>
        <a:p>
          <a:endParaRPr lang="en-US"/>
        </a:p>
      </dgm:t>
    </dgm:pt>
    <dgm:pt modelId="{DE5569F3-1222-4D8E-AA9C-4B7C3D2C5FB0}" type="sibTrans" cxnId="{C4143440-D374-493D-8BEE-3FCD7162B44A}">
      <dgm:prSet/>
      <dgm:spPr/>
      <dgm:t>
        <a:bodyPr/>
        <a:lstStyle/>
        <a:p>
          <a:endParaRPr lang="en-US"/>
        </a:p>
      </dgm:t>
    </dgm:pt>
    <dgm:pt modelId="{6FC474FF-1D63-4AA0-A644-29753C47E109}">
      <dgm:prSet phldrT="[Text]" phldr="1"/>
      <dgm:spPr/>
      <dgm:t>
        <a:bodyPr/>
        <a:lstStyle/>
        <a:p>
          <a:endParaRPr lang="en-US"/>
        </a:p>
      </dgm:t>
    </dgm:pt>
    <dgm:pt modelId="{A952A94A-43F5-40D9-806D-5BD93BBEA2DB}" type="parTrans" cxnId="{49137FE1-090B-4154-A497-428B420D9B54}">
      <dgm:prSet/>
      <dgm:spPr/>
      <dgm:t>
        <a:bodyPr/>
        <a:lstStyle/>
        <a:p>
          <a:endParaRPr lang="en-US"/>
        </a:p>
      </dgm:t>
    </dgm:pt>
    <dgm:pt modelId="{13C21D75-F944-42DE-8980-09E0CF69EC97}" type="sibTrans" cxnId="{49137FE1-090B-4154-A497-428B420D9B54}">
      <dgm:prSet/>
      <dgm:spPr/>
      <dgm:t>
        <a:bodyPr/>
        <a:lstStyle/>
        <a:p>
          <a:endParaRPr lang="en-US"/>
        </a:p>
      </dgm:t>
    </dgm:pt>
    <dgm:pt modelId="{A3273CB6-B883-4290-B899-CA6BF643ABBB}" type="pres">
      <dgm:prSet presAssocID="{9986E0FA-0BDA-418C-BA42-538DDD18FF02}" presName="Name0" presStyleCnt="0">
        <dgm:presLayoutVars>
          <dgm:chMax val="7"/>
          <dgm:chPref val="7"/>
          <dgm:dir/>
          <dgm:animOne val="branch"/>
          <dgm:animLvl val="lvl"/>
        </dgm:presLayoutVars>
      </dgm:prSet>
      <dgm:spPr/>
    </dgm:pt>
    <dgm:pt modelId="{2A42BFEF-A32F-4657-B803-7B2ACF41CE81}" type="pres">
      <dgm:prSet presAssocID="{7335A1FB-EED7-4DE3-9C06-F3EAA42D8F5E}" presName="composite" presStyleCnt="0"/>
      <dgm:spPr/>
    </dgm:pt>
    <dgm:pt modelId="{4F8231EB-3CE0-4F91-9854-2FCA67C6C964}" type="pres">
      <dgm:prSet presAssocID="{7335A1FB-EED7-4DE3-9C06-F3EAA42D8F5E}" presName="BackAccent" presStyleLbl="bgShp" presStyleIdx="0" presStyleCnt="3"/>
      <dgm:spPr/>
    </dgm:pt>
    <dgm:pt modelId="{4DB0A476-0581-49D1-97DA-A4DE8E5F3911}" type="pres">
      <dgm:prSet presAssocID="{7335A1FB-EED7-4DE3-9C06-F3EAA42D8F5E}" presName="Accent" presStyleLbl="alignNode1" presStyleIdx="0" presStyleCnt="3"/>
      <dgm:spPr/>
    </dgm:pt>
    <dgm:pt modelId="{5B6AE87D-8DC8-464B-B873-D5C573F577EA}" type="pres">
      <dgm:prSet presAssocID="{7335A1FB-EED7-4DE3-9C06-F3EAA42D8F5E}" presName="Child" presStyleLbl="revTx" presStyleIdx="0" presStyleCnt="6">
        <dgm:presLayoutVars>
          <dgm:chMax val="0"/>
          <dgm:chPref val="0"/>
          <dgm:bulletEnabled val="1"/>
        </dgm:presLayoutVars>
      </dgm:prSet>
      <dgm:spPr/>
    </dgm:pt>
    <dgm:pt modelId="{3ED45AF8-FE4C-4717-9FC0-0D99075E5BF5}" type="pres">
      <dgm:prSet presAssocID="{7335A1FB-EED7-4DE3-9C06-F3EAA42D8F5E}" presName="Parent" presStyleLbl="revTx" presStyleIdx="1" presStyleCnt="6">
        <dgm:presLayoutVars>
          <dgm:chMax val="1"/>
          <dgm:chPref val="1"/>
          <dgm:bulletEnabled val="1"/>
        </dgm:presLayoutVars>
      </dgm:prSet>
      <dgm:spPr/>
    </dgm:pt>
    <dgm:pt modelId="{E0677CC6-FEE5-4EEF-B6CB-E2D8089D361E}" type="pres">
      <dgm:prSet presAssocID="{826D559B-1EFD-4367-933C-22DB6B7634F0}" presName="sibTrans" presStyleCnt="0"/>
      <dgm:spPr/>
    </dgm:pt>
    <dgm:pt modelId="{8E3B5FC7-396D-4468-823D-F4B8E3ACE39C}" type="pres">
      <dgm:prSet presAssocID="{25C3DAF5-B1D5-415D-9FE4-72F45554AEB2}" presName="composite" presStyleCnt="0"/>
      <dgm:spPr/>
    </dgm:pt>
    <dgm:pt modelId="{35C8319C-DF4C-4551-A942-0EDF4B164AD0}" type="pres">
      <dgm:prSet presAssocID="{25C3DAF5-B1D5-415D-9FE4-72F45554AEB2}" presName="BackAccent" presStyleLbl="bgShp" presStyleIdx="1" presStyleCnt="3"/>
      <dgm:spPr/>
    </dgm:pt>
    <dgm:pt modelId="{84B26A6A-4B88-4BA7-ABF6-80AE6059761A}" type="pres">
      <dgm:prSet presAssocID="{25C3DAF5-B1D5-415D-9FE4-72F45554AEB2}" presName="Accent" presStyleLbl="alignNode1" presStyleIdx="1" presStyleCnt="3"/>
      <dgm:spPr/>
    </dgm:pt>
    <dgm:pt modelId="{B5FB0697-2FC2-42F7-BDF3-E76985CDF035}" type="pres">
      <dgm:prSet presAssocID="{25C3DAF5-B1D5-415D-9FE4-72F45554AEB2}" presName="Child" presStyleLbl="revTx" presStyleIdx="2" presStyleCnt="6">
        <dgm:presLayoutVars>
          <dgm:chMax val="0"/>
          <dgm:chPref val="0"/>
          <dgm:bulletEnabled val="1"/>
        </dgm:presLayoutVars>
      </dgm:prSet>
      <dgm:spPr/>
    </dgm:pt>
    <dgm:pt modelId="{5EBEE6AC-A7EB-4506-AA0A-D5ED13ADA255}" type="pres">
      <dgm:prSet presAssocID="{25C3DAF5-B1D5-415D-9FE4-72F45554AEB2}" presName="Parent" presStyleLbl="revTx" presStyleIdx="3" presStyleCnt="6">
        <dgm:presLayoutVars>
          <dgm:chMax val="1"/>
          <dgm:chPref val="1"/>
          <dgm:bulletEnabled val="1"/>
        </dgm:presLayoutVars>
      </dgm:prSet>
      <dgm:spPr/>
    </dgm:pt>
    <dgm:pt modelId="{03057B8E-193C-48A4-AECC-482938470E25}" type="pres">
      <dgm:prSet presAssocID="{9274B0E9-A7B0-440D-BBC8-2787D4815662}" presName="sibTrans" presStyleCnt="0"/>
      <dgm:spPr/>
    </dgm:pt>
    <dgm:pt modelId="{23C31225-01B3-4490-A532-B6774C34A8B6}" type="pres">
      <dgm:prSet presAssocID="{9A39324C-498B-4422-9993-CEF3E521F44E}" presName="composite" presStyleCnt="0"/>
      <dgm:spPr/>
    </dgm:pt>
    <dgm:pt modelId="{6C95D7F6-90A1-4713-86D4-456E56977F9E}" type="pres">
      <dgm:prSet presAssocID="{9A39324C-498B-4422-9993-CEF3E521F44E}" presName="BackAccent" presStyleLbl="bgShp" presStyleIdx="2" presStyleCnt="3"/>
      <dgm:spPr/>
    </dgm:pt>
    <dgm:pt modelId="{2F794272-4F57-4451-BBE4-8203F3ECED97}" type="pres">
      <dgm:prSet presAssocID="{9A39324C-498B-4422-9993-CEF3E521F44E}" presName="Accent" presStyleLbl="alignNode1" presStyleIdx="2" presStyleCnt="3"/>
      <dgm:spPr/>
    </dgm:pt>
    <dgm:pt modelId="{5D696007-246F-4C35-9886-67C0E2A9E05E}" type="pres">
      <dgm:prSet presAssocID="{9A39324C-498B-4422-9993-CEF3E521F44E}" presName="Child" presStyleLbl="revTx" presStyleIdx="4" presStyleCnt="6">
        <dgm:presLayoutVars>
          <dgm:chMax val="0"/>
          <dgm:chPref val="0"/>
          <dgm:bulletEnabled val="1"/>
        </dgm:presLayoutVars>
      </dgm:prSet>
      <dgm:spPr/>
    </dgm:pt>
    <dgm:pt modelId="{B72821BF-50F1-4870-B73F-053D7C3F5FFE}" type="pres">
      <dgm:prSet presAssocID="{9A39324C-498B-4422-9993-CEF3E521F44E}" presName="Parent" presStyleLbl="revTx" presStyleIdx="5" presStyleCnt="6">
        <dgm:presLayoutVars>
          <dgm:chMax val="1"/>
          <dgm:chPref val="1"/>
          <dgm:bulletEnabled val="1"/>
        </dgm:presLayoutVars>
      </dgm:prSet>
      <dgm:spPr/>
    </dgm:pt>
  </dgm:ptLst>
  <dgm:cxnLst>
    <dgm:cxn modelId="{D8C9800F-9F7E-4C17-8284-24B5BD942889}" type="presOf" srcId="{8BE04D66-E2F4-4CF2-8191-7FBD72F94FC5}" destId="{B5FB0697-2FC2-42F7-BDF3-E76985CDF035}" srcOrd="0" destOrd="0" presId="urn:microsoft.com/office/officeart/2008/layout/IncreasingCircleProcess"/>
    <dgm:cxn modelId="{FB36833B-49F1-4BF7-BB76-D59065BB81E8}" type="presOf" srcId="{6FC474FF-1D63-4AA0-A644-29753C47E109}" destId="{5D696007-246F-4C35-9886-67C0E2A9E05E}" srcOrd="0" destOrd="0" presId="urn:microsoft.com/office/officeart/2008/layout/IncreasingCircleProcess"/>
    <dgm:cxn modelId="{C4143440-D374-493D-8BEE-3FCD7162B44A}" srcId="{9986E0FA-0BDA-418C-BA42-538DDD18FF02}" destId="{9A39324C-498B-4422-9993-CEF3E521F44E}" srcOrd="2" destOrd="0" parTransId="{43824B51-FEC2-4C80-AFDC-412B4880A6E2}" sibTransId="{DE5569F3-1222-4D8E-AA9C-4B7C3D2C5FB0}"/>
    <dgm:cxn modelId="{E3C1824B-6E33-4C75-B146-4F3BED0619A5}" srcId="{9986E0FA-0BDA-418C-BA42-538DDD18FF02}" destId="{25C3DAF5-B1D5-415D-9FE4-72F45554AEB2}" srcOrd="1" destOrd="0" parTransId="{C7E34383-D608-4237-BCBD-5007AAA11752}" sibTransId="{9274B0E9-A7B0-440D-BBC8-2787D4815662}"/>
    <dgm:cxn modelId="{05576170-8720-498E-A61A-31D4350116AB}" srcId="{9986E0FA-0BDA-418C-BA42-538DDD18FF02}" destId="{7335A1FB-EED7-4DE3-9C06-F3EAA42D8F5E}" srcOrd="0" destOrd="0" parTransId="{054D5A81-1C9B-4756-A0CC-4201CF32F40D}" sibTransId="{826D559B-1EFD-4367-933C-22DB6B7634F0}"/>
    <dgm:cxn modelId="{4B017D71-04AB-4DA2-814C-47CE98D6CE1E}" type="presOf" srcId="{7335A1FB-EED7-4DE3-9C06-F3EAA42D8F5E}" destId="{3ED45AF8-FE4C-4717-9FC0-0D99075E5BF5}" srcOrd="0" destOrd="0" presId="urn:microsoft.com/office/officeart/2008/layout/IncreasingCircleProcess"/>
    <dgm:cxn modelId="{2E03D888-A455-496C-96EF-2B6A7B0EC8F8}" type="presOf" srcId="{25C3DAF5-B1D5-415D-9FE4-72F45554AEB2}" destId="{5EBEE6AC-A7EB-4506-AA0A-D5ED13ADA255}" srcOrd="0" destOrd="0" presId="urn:microsoft.com/office/officeart/2008/layout/IncreasingCircleProcess"/>
    <dgm:cxn modelId="{49137FE1-090B-4154-A497-428B420D9B54}" srcId="{9A39324C-498B-4422-9993-CEF3E521F44E}" destId="{6FC474FF-1D63-4AA0-A644-29753C47E109}" srcOrd="0" destOrd="0" parTransId="{A952A94A-43F5-40D9-806D-5BD93BBEA2DB}" sibTransId="{13C21D75-F944-42DE-8980-09E0CF69EC97}"/>
    <dgm:cxn modelId="{303853E5-8114-4C00-BD3D-FF0C405E4435}" type="presOf" srcId="{6583A78C-B33C-4935-99A6-DDC15D3E3644}" destId="{5B6AE87D-8DC8-464B-B873-D5C573F577EA}" srcOrd="0" destOrd="0" presId="urn:microsoft.com/office/officeart/2008/layout/IncreasingCircleProcess"/>
    <dgm:cxn modelId="{5F0083F1-EEA0-44E7-ACA1-28F32CD4E2D7}" srcId="{25C3DAF5-B1D5-415D-9FE4-72F45554AEB2}" destId="{8BE04D66-E2F4-4CF2-8191-7FBD72F94FC5}" srcOrd="0" destOrd="0" parTransId="{085A42D5-32AD-4A85-BD67-FD4B98502C92}" sibTransId="{1502A3F4-A236-479A-B7F9-9D429B6F5E59}"/>
    <dgm:cxn modelId="{8172E5F7-8039-4B30-8569-C1C3CC30E6B4}" srcId="{7335A1FB-EED7-4DE3-9C06-F3EAA42D8F5E}" destId="{6583A78C-B33C-4935-99A6-DDC15D3E3644}" srcOrd="0" destOrd="0" parTransId="{F01D1550-DFB5-48E1-A1BB-AA0A15A79AB3}" sibTransId="{E6C17513-BC73-4D10-A682-2B4F0DBDC2C3}"/>
    <dgm:cxn modelId="{B12771FC-2C42-4052-ADA9-155F45D68965}" type="presOf" srcId="{9986E0FA-0BDA-418C-BA42-538DDD18FF02}" destId="{A3273CB6-B883-4290-B899-CA6BF643ABBB}" srcOrd="0" destOrd="0" presId="urn:microsoft.com/office/officeart/2008/layout/IncreasingCircleProcess"/>
    <dgm:cxn modelId="{6BE2F6FC-78C2-4573-8E99-052135EF6E97}" type="presOf" srcId="{9A39324C-498B-4422-9993-CEF3E521F44E}" destId="{B72821BF-50F1-4870-B73F-053D7C3F5FFE}" srcOrd="0" destOrd="0" presId="urn:microsoft.com/office/officeart/2008/layout/IncreasingCircleProcess"/>
    <dgm:cxn modelId="{849579B3-C00B-41D4-9BCC-BA22A02260CB}" type="presParOf" srcId="{A3273CB6-B883-4290-B899-CA6BF643ABBB}" destId="{2A42BFEF-A32F-4657-B803-7B2ACF41CE81}" srcOrd="0" destOrd="0" presId="urn:microsoft.com/office/officeart/2008/layout/IncreasingCircleProcess"/>
    <dgm:cxn modelId="{2CAEF07B-3181-4037-896A-5C41D4EE2AB4}" type="presParOf" srcId="{2A42BFEF-A32F-4657-B803-7B2ACF41CE81}" destId="{4F8231EB-3CE0-4F91-9854-2FCA67C6C964}" srcOrd="0" destOrd="0" presId="urn:microsoft.com/office/officeart/2008/layout/IncreasingCircleProcess"/>
    <dgm:cxn modelId="{8DB6CB14-3AD0-4154-BC45-4FFA734AEBDC}" type="presParOf" srcId="{2A42BFEF-A32F-4657-B803-7B2ACF41CE81}" destId="{4DB0A476-0581-49D1-97DA-A4DE8E5F3911}" srcOrd="1" destOrd="0" presId="urn:microsoft.com/office/officeart/2008/layout/IncreasingCircleProcess"/>
    <dgm:cxn modelId="{A4CD9AC9-3A96-457D-9C86-94FCB0D7EB96}" type="presParOf" srcId="{2A42BFEF-A32F-4657-B803-7B2ACF41CE81}" destId="{5B6AE87D-8DC8-464B-B873-D5C573F577EA}" srcOrd="2" destOrd="0" presId="urn:microsoft.com/office/officeart/2008/layout/IncreasingCircleProcess"/>
    <dgm:cxn modelId="{33EE69E9-85A6-4298-A5B5-51F0C4984204}" type="presParOf" srcId="{2A42BFEF-A32F-4657-B803-7B2ACF41CE81}" destId="{3ED45AF8-FE4C-4717-9FC0-0D99075E5BF5}" srcOrd="3" destOrd="0" presId="urn:microsoft.com/office/officeart/2008/layout/IncreasingCircleProcess"/>
    <dgm:cxn modelId="{B5D81F2A-D487-43A3-9D28-3DAA187A3F5D}" type="presParOf" srcId="{A3273CB6-B883-4290-B899-CA6BF643ABBB}" destId="{E0677CC6-FEE5-4EEF-B6CB-E2D8089D361E}" srcOrd="1" destOrd="0" presId="urn:microsoft.com/office/officeart/2008/layout/IncreasingCircleProcess"/>
    <dgm:cxn modelId="{6B8AC209-85D6-418E-97E1-9BF204C6A959}" type="presParOf" srcId="{A3273CB6-B883-4290-B899-CA6BF643ABBB}" destId="{8E3B5FC7-396D-4468-823D-F4B8E3ACE39C}" srcOrd="2" destOrd="0" presId="urn:microsoft.com/office/officeart/2008/layout/IncreasingCircleProcess"/>
    <dgm:cxn modelId="{16C490F2-9E25-421B-9CF2-533566C0D4DC}" type="presParOf" srcId="{8E3B5FC7-396D-4468-823D-F4B8E3ACE39C}" destId="{35C8319C-DF4C-4551-A942-0EDF4B164AD0}" srcOrd="0" destOrd="0" presId="urn:microsoft.com/office/officeart/2008/layout/IncreasingCircleProcess"/>
    <dgm:cxn modelId="{4BB1CDB8-3371-489B-99B7-2D3515DABE80}" type="presParOf" srcId="{8E3B5FC7-396D-4468-823D-F4B8E3ACE39C}" destId="{84B26A6A-4B88-4BA7-ABF6-80AE6059761A}" srcOrd="1" destOrd="0" presId="urn:microsoft.com/office/officeart/2008/layout/IncreasingCircleProcess"/>
    <dgm:cxn modelId="{DCF818E4-7026-45A3-99CF-A3B77A39C8A5}" type="presParOf" srcId="{8E3B5FC7-396D-4468-823D-F4B8E3ACE39C}" destId="{B5FB0697-2FC2-42F7-BDF3-E76985CDF035}" srcOrd="2" destOrd="0" presId="urn:microsoft.com/office/officeart/2008/layout/IncreasingCircleProcess"/>
    <dgm:cxn modelId="{92BD8AE2-94B5-40F4-A43A-23A1C13B553C}" type="presParOf" srcId="{8E3B5FC7-396D-4468-823D-F4B8E3ACE39C}" destId="{5EBEE6AC-A7EB-4506-AA0A-D5ED13ADA255}" srcOrd="3" destOrd="0" presId="urn:microsoft.com/office/officeart/2008/layout/IncreasingCircleProcess"/>
    <dgm:cxn modelId="{0B1FC1D6-BE27-450D-A91B-E33B8C05EC30}" type="presParOf" srcId="{A3273CB6-B883-4290-B899-CA6BF643ABBB}" destId="{03057B8E-193C-48A4-AECC-482938470E25}" srcOrd="3" destOrd="0" presId="urn:microsoft.com/office/officeart/2008/layout/IncreasingCircleProcess"/>
    <dgm:cxn modelId="{4D58D285-AFFD-417D-BFB8-09534969132F}" type="presParOf" srcId="{A3273CB6-B883-4290-B899-CA6BF643ABBB}" destId="{23C31225-01B3-4490-A532-B6774C34A8B6}" srcOrd="4" destOrd="0" presId="urn:microsoft.com/office/officeart/2008/layout/IncreasingCircleProcess"/>
    <dgm:cxn modelId="{1AA0D7AA-07F1-4BF9-B9A2-4D7D3482EFE3}" type="presParOf" srcId="{23C31225-01B3-4490-A532-B6774C34A8B6}" destId="{6C95D7F6-90A1-4713-86D4-456E56977F9E}" srcOrd="0" destOrd="0" presId="urn:microsoft.com/office/officeart/2008/layout/IncreasingCircleProcess"/>
    <dgm:cxn modelId="{F3FDDB1C-1B50-439B-8D89-1AE580264068}" type="presParOf" srcId="{23C31225-01B3-4490-A532-B6774C34A8B6}" destId="{2F794272-4F57-4451-BBE4-8203F3ECED97}" srcOrd="1" destOrd="0" presId="urn:microsoft.com/office/officeart/2008/layout/IncreasingCircleProcess"/>
    <dgm:cxn modelId="{E33E5880-0C04-4A61-A936-6FF7BC9AB62F}" type="presParOf" srcId="{23C31225-01B3-4490-A532-B6774C34A8B6}" destId="{5D696007-246F-4C35-9886-67C0E2A9E05E}" srcOrd="2" destOrd="0" presId="urn:microsoft.com/office/officeart/2008/layout/IncreasingCircleProcess"/>
    <dgm:cxn modelId="{FF9EF1DF-C2A9-4D5D-8A05-8B4C0EDCD702}" type="presParOf" srcId="{23C31225-01B3-4490-A532-B6774C34A8B6}" destId="{B72821BF-50F1-4870-B73F-053D7C3F5FFE}" srcOrd="3" destOrd="0" presId="urn:microsoft.com/office/officeart/2008/layout/Increasing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7349473-D883-4816-A463-0C15A24EDC65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34D2C72-A5DC-49BC-A7BA-A0A7D724538B}">
      <dgm:prSet phldrT="[Text]"/>
      <dgm:spPr/>
      <dgm:t>
        <a:bodyPr/>
        <a:lstStyle/>
        <a:p>
          <a:r>
            <a:rPr lang="en-US"/>
            <a:t>CEO</a:t>
          </a:r>
        </a:p>
      </dgm:t>
    </dgm:pt>
    <dgm:pt modelId="{461C9A58-B04B-4289-8413-552A7BFAACD7}" type="parTrans" cxnId="{B2F9E59D-15C9-4D43-B7F8-71260B6A9608}">
      <dgm:prSet/>
      <dgm:spPr/>
      <dgm:t>
        <a:bodyPr/>
        <a:lstStyle/>
        <a:p>
          <a:endParaRPr lang="en-US"/>
        </a:p>
      </dgm:t>
    </dgm:pt>
    <dgm:pt modelId="{7400ACD3-70B8-4C7C-9024-A7D5344EF650}" type="sibTrans" cxnId="{B2F9E59D-15C9-4D43-B7F8-71260B6A9608}">
      <dgm:prSet/>
      <dgm:spPr/>
      <dgm:t>
        <a:bodyPr/>
        <a:lstStyle/>
        <a:p>
          <a:endParaRPr lang="en-US"/>
        </a:p>
      </dgm:t>
    </dgm:pt>
    <dgm:pt modelId="{45B55983-9F99-4466-97CC-E9562B942667}">
      <dgm:prSet phldrT="[Text]"/>
      <dgm:spPr/>
      <dgm:t>
        <a:bodyPr/>
        <a:lstStyle/>
        <a:p>
          <a:r>
            <a:rPr lang="en-US"/>
            <a:t>VP Sales</a:t>
          </a:r>
        </a:p>
      </dgm:t>
    </dgm:pt>
    <dgm:pt modelId="{D54E9FD6-4688-4D4C-A333-0C97253A7DF8}" type="parTrans" cxnId="{5444F9C2-CE7B-4198-9466-F3054E1B5979}">
      <dgm:prSet/>
      <dgm:spPr/>
      <dgm:t>
        <a:bodyPr/>
        <a:lstStyle/>
        <a:p>
          <a:endParaRPr lang="en-US"/>
        </a:p>
      </dgm:t>
    </dgm:pt>
    <dgm:pt modelId="{C014E950-4643-40F0-A5FD-A520E7AFBA5E}" type="sibTrans" cxnId="{5444F9C2-CE7B-4198-9466-F3054E1B5979}">
      <dgm:prSet/>
      <dgm:spPr/>
      <dgm:t>
        <a:bodyPr/>
        <a:lstStyle/>
        <a:p>
          <a:endParaRPr lang="en-US"/>
        </a:p>
      </dgm:t>
    </dgm:pt>
    <dgm:pt modelId="{61A21472-7F9F-4129-AE31-71B647EE3B3F}">
      <dgm:prSet phldrT="[Text]"/>
      <dgm:spPr/>
      <dgm:t>
        <a:bodyPr/>
        <a:lstStyle/>
        <a:p>
          <a:r>
            <a:rPr lang="en-US"/>
            <a:t>VP Engineering</a:t>
          </a:r>
        </a:p>
      </dgm:t>
    </dgm:pt>
    <dgm:pt modelId="{A53C24F7-0D99-4519-B3D9-FB69E7A182C0}" type="parTrans" cxnId="{5102C672-3988-46E5-9DB4-AF81B7660DE8}">
      <dgm:prSet/>
      <dgm:spPr/>
      <dgm:t>
        <a:bodyPr/>
        <a:lstStyle/>
        <a:p>
          <a:endParaRPr lang="en-US"/>
        </a:p>
      </dgm:t>
    </dgm:pt>
    <dgm:pt modelId="{FDFB5F06-5229-415B-81E1-308621921818}" type="sibTrans" cxnId="{5102C672-3988-46E5-9DB4-AF81B7660DE8}">
      <dgm:prSet/>
      <dgm:spPr/>
      <dgm:t>
        <a:bodyPr/>
        <a:lstStyle/>
        <a:p>
          <a:endParaRPr lang="en-US"/>
        </a:p>
      </dgm:t>
    </dgm:pt>
    <dgm:pt modelId="{E2B84B84-9D8E-4690-A824-87B100E169F7}">
      <dgm:prSet phldrT="[Text]"/>
      <dgm:spPr/>
      <dgm:t>
        <a:bodyPr/>
        <a:lstStyle/>
        <a:p>
          <a:r>
            <a:rPr lang="en-US"/>
            <a:t>VP Marketing</a:t>
          </a:r>
        </a:p>
      </dgm:t>
    </dgm:pt>
    <dgm:pt modelId="{9ED507BA-1EC1-4D4F-807E-B04D1418053B}" type="parTrans" cxnId="{71DE435D-536D-450D-80C2-5EF5306899DE}">
      <dgm:prSet/>
      <dgm:spPr/>
      <dgm:t>
        <a:bodyPr/>
        <a:lstStyle/>
        <a:p>
          <a:endParaRPr lang="en-US"/>
        </a:p>
      </dgm:t>
    </dgm:pt>
    <dgm:pt modelId="{803EE5BC-2018-4819-B2EF-C404EB1F3EFD}" type="sibTrans" cxnId="{71DE435D-536D-450D-80C2-5EF5306899DE}">
      <dgm:prSet/>
      <dgm:spPr/>
      <dgm:t>
        <a:bodyPr/>
        <a:lstStyle/>
        <a:p>
          <a:endParaRPr lang="en-US"/>
        </a:p>
      </dgm:t>
    </dgm:pt>
    <dgm:pt modelId="{C58BCD76-30E2-4B3A-B019-07AC5431B5E0}">
      <dgm:prSet phldrT="[Text]" phldr="1"/>
      <dgm:spPr/>
      <dgm:t>
        <a:bodyPr/>
        <a:lstStyle/>
        <a:p>
          <a:endParaRPr lang="en-US"/>
        </a:p>
      </dgm:t>
    </dgm:pt>
    <dgm:pt modelId="{90DA2489-F9D5-467C-A448-6B56781DA21B}" type="parTrans" cxnId="{94085273-82D5-4795-9D55-26522FF63435}">
      <dgm:prSet/>
      <dgm:spPr/>
      <dgm:t>
        <a:bodyPr/>
        <a:lstStyle/>
        <a:p>
          <a:endParaRPr lang="en-US"/>
        </a:p>
      </dgm:t>
    </dgm:pt>
    <dgm:pt modelId="{60D6A496-BC88-46F1-9049-D12310DE7787}" type="sibTrans" cxnId="{94085273-82D5-4795-9D55-26522FF63435}">
      <dgm:prSet/>
      <dgm:spPr/>
      <dgm:t>
        <a:bodyPr/>
        <a:lstStyle/>
        <a:p>
          <a:endParaRPr lang="en-US"/>
        </a:p>
      </dgm:t>
    </dgm:pt>
    <dgm:pt modelId="{7931D355-A19E-4053-9423-7937793ED756}">
      <dgm:prSet phldrT="[Text]" phldr="1"/>
      <dgm:spPr/>
      <dgm:t>
        <a:bodyPr/>
        <a:lstStyle/>
        <a:p>
          <a:endParaRPr lang="en-US"/>
        </a:p>
      </dgm:t>
    </dgm:pt>
    <dgm:pt modelId="{BF19A5AE-410F-46B2-873A-4935968E4BCC}" type="parTrans" cxnId="{DF20D164-91A8-483D-89F1-E699CC74C99C}">
      <dgm:prSet/>
      <dgm:spPr/>
      <dgm:t>
        <a:bodyPr/>
        <a:lstStyle/>
        <a:p>
          <a:endParaRPr lang="en-US"/>
        </a:p>
      </dgm:t>
    </dgm:pt>
    <dgm:pt modelId="{3E44C20F-9698-4ACB-AAA1-0058F94E2B77}" type="sibTrans" cxnId="{DF20D164-91A8-483D-89F1-E699CC74C99C}">
      <dgm:prSet/>
      <dgm:spPr/>
      <dgm:t>
        <a:bodyPr/>
        <a:lstStyle/>
        <a:p>
          <a:endParaRPr lang="en-US"/>
        </a:p>
      </dgm:t>
    </dgm:pt>
    <dgm:pt modelId="{F245AF5F-DE36-47BE-BE51-B111498824B1}" type="pres">
      <dgm:prSet presAssocID="{37349473-D883-4816-A463-0C15A24EDC65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C6F3C24-7523-44DF-B9FC-F3BF2520B356}" type="pres">
      <dgm:prSet presAssocID="{534D2C72-A5DC-49BC-A7BA-A0A7D724538B}" presName="root" presStyleCnt="0"/>
      <dgm:spPr/>
    </dgm:pt>
    <dgm:pt modelId="{2FC91E5A-2A53-4E54-ABEB-80F89CF65EEF}" type="pres">
      <dgm:prSet presAssocID="{534D2C72-A5DC-49BC-A7BA-A0A7D724538B}" presName="rootComposite" presStyleCnt="0"/>
      <dgm:spPr/>
    </dgm:pt>
    <dgm:pt modelId="{F848075B-122D-453D-A631-F3627336B129}" type="pres">
      <dgm:prSet presAssocID="{534D2C72-A5DC-49BC-A7BA-A0A7D724538B}" presName="rootText" presStyleLbl="node1" presStyleIdx="0" presStyleCnt="2"/>
      <dgm:spPr/>
    </dgm:pt>
    <dgm:pt modelId="{8A9CA754-5B60-454F-9D31-E36126E2AA4E}" type="pres">
      <dgm:prSet presAssocID="{534D2C72-A5DC-49BC-A7BA-A0A7D724538B}" presName="rootConnector" presStyleLbl="node1" presStyleIdx="0" presStyleCnt="2"/>
      <dgm:spPr/>
    </dgm:pt>
    <dgm:pt modelId="{1B9B8155-66ED-486E-88D4-E5F16F373E4D}" type="pres">
      <dgm:prSet presAssocID="{534D2C72-A5DC-49BC-A7BA-A0A7D724538B}" presName="childShape" presStyleCnt="0"/>
      <dgm:spPr/>
    </dgm:pt>
    <dgm:pt modelId="{BE75C443-C2DB-477D-B893-B14DBDB7CDD3}" type="pres">
      <dgm:prSet presAssocID="{D54E9FD6-4688-4D4C-A333-0C97253A7DF8}" presName="Name13" presStyleLbl="parChTrans1D2" presStyleIdx="0" presStyleCnt="4"/>
      <dgm:spPr/>
    </dgm:pt>
    <dgm:pt modelId="{7D6DCFF5-03A0-4B98-AE49-17B92EE6E429}" type="pres">
      <dgm:prSet presAssocID="{45B55983-9F99-4466-97CC-E9562B942667}" presName="childText" presStyleLbl="bgAcc1" presStyleIdx="0" presStyleCnt="4">
        <dgm:presLayoutVars>
          <dgm:bulletEnabled val="1"/>
        </dgm:presLayoutVars>
      </dgm:prSet>
      <dgm:spPr/>
    </dgm:pt>
    <dgm:pt modelId="{786E06C5-DAEE-4C21-91B2-E3E3F6B45B37}" type="pres">
      <dgm:prSet presAssocID="{A53C24F7-0D99-4519-B3D9-FB69E7A182C0}" presName="Name13" presStyleLbl="parChTrans1D2" presStyleIdx="1" presStyleCnt="4"/>
      <dgm:spPr/>
    </dgm:pt>
    <dgm:pt modelId="{DF2E0F93-0E94-48A9-8A74-73D0B71F6086}" type="pres">
      <dgm:prSet presAssocID="{61A21472-7F9F-4129-AE31-71B647EE3B3F}" presName="childText" presStyleLbl="bgAcc1" presStyleIdx="1" presStyleCnt="4">
        <dgm:presLayoutVars>
          <dgm:bulletEnabled val="1"/>
        </dgm:presLayoutVars>
      </dgm:prSet>
      <dgm:spPr/>
    </dgm:pt>
    <dgm:pt modelId="{BD96A3E0-0A5C-4263-B93B-937A8FBAFFBF}" type="pres">
      <dgm:prSet presAssocID="{E2B84B84-9D8E-4690-A824-87B100E169F7}" presName="root" presStyleCnt="0"/>
      <dgm:spPr/>
    </dgm:pt>
    <dgm:pt modelId="{1D807B4E-4E1B-4E6F-883F-D328AE66E85A}" type="pres">
      <dgm:prSet presAssocID="{E2B84B84-9D8E-4690-A824-87B100E169F7}" presName="rootComposite" presStyleCnt="0"/>
      <dgm:spPr/>
    </dgm:pt>
    <dgm:pt modelId="{C05D6E24-5975-4E7C-9E2C-D017BB42C878}" type="pres">
      <dgm:prSet presAssocID="{E2B84B84-9D8E-4690-A824-87B100E169F7}" presName="rootText" presStyleLbl="node1" presStyleIdx="1" presStyleCnt="2"/>
      <dgm:spPr/>
    </dgm:pt>
    <dgm:pt modelId="{4726D325-C57F-4AAF-891C-99CD786C270A}" type="pres">
      <dgm:prSet presAssocID="{E2B84B84-9D8E-4690-A824-87B100E169F7}" presName="rootConnector" presStyleLbl="node1" presStyleIdx="1" presStyleCnt="2"/>
      <dgm:spPr/>
    </dgm:pt>
    <dgm:pt modelId="{A8F20C6E-4C4A-434F-A02D-4FC640ACE660}" type="pres">
      <dgm:prSet presAssocID="{E2B84B84-9D8E-4690-A824-87B100E169F7}" presName="childShape" presStyleCnt="0"/>
      <dgm:spPr/>
    </dgm:pt>
    <dgm:pt modelId="{5D65F3E8-6D91-45D9-9ED7-2E9BF89EA528}" type="pres">
      <dgm:prSet presAssocID="{90DA2489-F9D5-467C-A448-6B56781DA21B}" presName="Name13" presStyleLbl="parChTrans1D2" presStyleIdx="2" presStyleCnt="4"/>
      <dgm:spPr/>
    </dgm:pt>
    <dgm:pt modelId="{CDEBAF4D-8D8F-4092-A954-0C7F15AE902D}" type="pres">
      <dgm:prSet presAssocID="{C58BCD76-30E2-4B3A-B019-07AC5431B5E0}" presName="childText" presStyleLbl="bgAcc1" presStyleIdx="2" presStyleCnt="4">
        <dgm:presLayoutVars>
          <dgm:bulletEnabled val="1"/>
        </dgm:presLayoutVars>
      </dgm:prSet>
      <dgm:spPr/>
    </dgm:pt>
    <dgm:pt modelId="{806B75C1-4C46-4B8E-9CE6-18E25F711339}" type="pres">
      <dgm:prSet presAssocID="{BF19A5AE-410F-46B2-873A-4935968E4BCC}" presName="Name13" presStyleLbl="parChTrans1D2" presStyleIdx="3" presStyleCnt="4"/>
      <dgm:spPr/>
    </dgm:pt>
    <dgm:pt modelId="{FEFF3AFD-B1E3-4F9D-8AAF-35DCE9D25457}" type="pres">
      <dgm:prSet presAssocID="{7931D355-A19E-4053-9423-7937793ED756}" presName="childText" presStyleLbl="bgAcc1" presStyleIdx="3" presStyleCnt="4">
        <dgm:presLayoutVars>
          <dgm:bulletEnabled val="1"/>
        </dgm:presLayoutVars>
      </dgm:prSet>
      <dgm:spPr/>
    </dgm:pt>
  </dgm:ptLst>
  <dgm:cxnLst>
    <dgm:cxn modelId="{1D4A8C02-FF07-4E3C-B0F1-58B0D96546B6}" type="presOf" srcId="{61A21472-7F9F-4129-AE31-71B647EE3B3F}" destId="{DF2E0F93-0E94-48A9-8A74-73D0B71F6086}" srcOrd="0" destOrd="0" presId="urn:microsoft.com/office/officeart/2005/8/layout/hierarchy3"/>
    <dgm:cxn modelId="{8CC80709-A3D0-4C4D-8402-727109FC1AA3}" type="presOf" srcId="{E2B84B84-9D8E-4690-A824-87B100E169F7}" destId="{4726D325-C57F-4AAF-891C-99CD786C270A}" srcOrd="1" destOrd="0" presId="urn:microsoft.com/office/officeart/2005/8/layout/hierarchy3"/>
    <dgm:cxn modelId="{8266DF0B-A566-409A-8344-8E7064AB5A1B}" type="presOf" srcId="{7931D355-A19E-4053-9423-7937793ED756}" destId="{FEFF3AFD-B1E3-4F9D-8AAF-35DCE9D25457}" srcOrd="0" destOrd="0" presId="urn:microsoft.com/office/officeart/2005/8/layout/hierarchy3"/>
    <dgm:cxn modelId="{71DE435D-536D-450D-80C2-5EF5306899DE}" srcId="{37349473-D883-4816-A463-0C15A24EDC65}" destId="{E2B84B84-9D8E-4690-A824-87B100E169F7}" srcOrd="1" destOrd="0" parTransId="{9ED507BA-1EC1-4D4F-807E-B04D1418053B}" sibTransId="{803EE5BC-2018-4819-B2EF-C404EB1F3EFD}"/>
    <dgm:cxn modelId="{DF20D164-91A8-483D-89F1-E699CC74C99C}" srcId="{E2B84B84-9D8E-4690-A824-87B100E169F7}" destId="{7931D355-A19E-4053-9423-7937793ED756}" srcOrd="1" destOrd="0" parTransId="{BF19A5AE-410F-46B2-873A-4935968E4BCC}" sibTransId="{3E44C20F-9698-4ACB-AAA1-0058F94E2B77}"/>
    <dgm:cxn modelId="{E56E6845-41AB-49B6-A443-CFF773A2E531}" type="presOf" srcId="{90DA2489-F9D5-467C-A448-6B56781DA21B}" destId="{5D65F3E8-6D91-45D9-9ED7-2E9BF89EA528}" srcOrd="0" destOrd="0" presId="urn:microsoft.com/office/officeart/2005/8/layout/hierarchy3"/>
    <dgm:cxn modelId="{5102C672-3988-46E5-9DB4-AF81B7660DE8}" srcId="{534D2C72-A5DC-49BC-A7BA-A0A7D724538B}" destId="{61A21472-7F9F-4129-AE31-71B647EE3B3F}" srcOrd="1" destOrd="0" parTransId="{A53C24F7-0D99-4519-B3D9-FB69E7A182C0}" sibTransId="{FDFB5F06-5229-415B-81E1-308621921818}"/>
    <dgm:cxn modelId="{94085273-82D5-4795-9D55-26522FF63435}" srcId="{E2B84B84-9D8E-4690-A824-87B100E169F7}" destId="{C58BCD76-30E2-4B3A-B019-07AC5431B5E0}" srcOrd="0" destOrd="0" parTransId="{90DA2489-F9D5-467C-A448-6B56781DA21B}" sibTransId="{60D6A496-BC88-46F1-9049-D12310DE7787}"/>
    <dgm:cxn modelId="{B49D3155-01C7-4B5A-869A-8DB8BF49C772}" type="presOf" srcId="{534D2C72-A5DC-49BC-A7BA-A0A7D724538B}" destId="{F848075B-122D-453D-A631-F3627336B129}" srcOrd="0" destOrd="0" presId="urn:microsoft.com/office/officeart/2005/8/layout/hierarchy3"/>
    <dgm:cxn modelId="{12202482-FC76-4308-9822-6E29549F18DE}" type="presOf" srcId="{E2B84B84-9D8E-4690-A824-87B100E169F7}" destId="{C05D6E24-5975-4E7C-9E2C-D017BB42C878}" srcOrd="0" destOrd="0" presId="urn:microsoft.com/office/officeart/2005/8/layout/hierarchy3"/>
    <dgm:cxn modelId="{A9AACA87-24D3-4142-AD64-C82177127920}" type="presOf" srcId="{BF19A5AE-410F-46B2-873A-4935968E4BCC}" destId="{806B75C1-4C46-4B8E-9CE6-18E25F711339}" srcOrd="0" destOrd="0" presId="urn:microsoft.com/office/officeart/2005/8/layout/hierarchy3"/>
    <dgm:cxn modelId="{B2F9E59D-15C9-4D43-B7F8-71260B6A9608}" srcId="{37349473-D883-4816-A463-0C15A24EDC65}" destId="{534D2C72-A5DC-49BC-A7BA-A0A7D724538B}" srcOrd="0" destOrd="0" parTransId="{461C9A58-B04B-4289-8413-552A7BFAACD7}" sibTransId="{7400ACD3-70B8-4C7C-9024-A7D5344EF650}"/>
    <dgm:cxn modelId="{5444F9C2-CE7B-4198-9466-F3054E1B5979}" srcId="{534D2C72-A5DC-49BC-A7BA-A0A7D724538B}" destId="{45B55983-9F99-4466-97CC-E9562B942667}" srcOrd="0" destOrd="0" parTransId="{D54E9FD6-4688-4D4C-A333-0C97253A7DF8}" sibTransId="{C014E950-4643-40F0-A5FD-A520E7AFBA5E}"/>
    <dgm:cxn modelId="{109B95C4-5AE9-400C-85DE-AD9D02F6C7BB}" type="presOf" srcId="{D54E9FD6-4688-4D4C-A333-0C97253A7DF8}" destId="{BE75C443-C2DB-477D-B893-B14DBDB7CDD3}" srcOrd="0" destOrd="0" presId="urn:microsoft.com/office/officeart/2005/8/layout/hierarchy3"/>
    <dgm:cxn modelId="{DB607ACD-C1B0-4546-B696-061A34B55DDC}" type="presOf" srcId="{C58BCD76-30E2-4B3A-B019-07AC5431B5E0}" destId="{CDEBAF4D-8D8F-4092-A954-0C7F15AE902D}" srcOrd="0" destOrd="0" presId="urn:microsoft.com/office/officeart/2005/8/layout/hierarchy3"/>
    <dgm:cxn modelId="{F77BB8D1-315F-4CCC-888D-E557DECE7D6B}" type="presOf" srcId="{37349473-D883-4816-A463-0C15A24EDC65}" destId="{F245AF5F-DE36-47BE-BE51-B111498824B1}" srcOrd="0" destOrd="0" presId="urn:microsoft.com/office/officeart/2005/8/layout/hierarchy3"/>
    <dgm:cxn modelId="{971CB2D5-D88F-4A30-917E-83A92E1F2F9F}" type="presOf" srcId="{A53C24F7-0D99-4519-B3D9-FB69E7A182C0}" destId="{786E06C5-DAEE-4C21-91B2-E3E3F6B45B37}" srcOrd="0" destOrd="0" presId="urn:microsoft.com/office/officeart/2005/8/layout/hierarchy3"/>
    <dgm:cxn modelId="{D29D39E4-F972-435F-96E0-70629A9B75B5}" type="presOf" srcId="{534D2C72-A5DC-49BC-A7BA-A0A7D724538B}" destId="{8A9CA754-5B60-454F-9D31-E36126E2AA4E}" srcOrd="1" destOrd="0" presId="urn:microsoft.com/office/officeart/2005/8/layout/hierarchy3"/>
    <dgm:cxn modelId="{FA39E0EB-253B-4ABB-AB68-40D2E510A3C0}" type="presOf" srcId="{45B55983-9F99-4466-97CC-E9562B942667}" destId="{7D6DCFF5-03A0-4B98-AE49-17B92EE6E429}" srcOrd="0" destOrd="0" presId="urn:microsoft.com/office/officeart/2005/8/layout/hierarchy3"/>
    <dgm:cxn modelId="{58D15E74-1141-473A-B7EB-C24966F98B88}" type="presParOf" srcId="{F245AF5F-DE36-47BE-BE51-B111498824B1}" destId="{DC6F3C24-7523-44DF-B9FC-F3BF2520B356}" srcOrd="0" destOrd="0" presId="urn:microsoft.com/office/officeart/2005/8/layout/hierarchy3"/>
    <dgm:cxn modelId="{C5439204-F6E1-404B-BD24-3EC4A5F5E4E3}" type="presParOf" srcId="{DC6F3C24-7523-44DF-B9FC-F3BF2520B356}" destId="{2FC91E5A-2A53-4E54-ABEB-80F89CF65EEF}" srcOrd="0" destOrd="0" presId="urn:microsoft.com/office/officeart/2005/8/layout/hierarchy3"/>
    <dgm:cxn modelId="{AE136DD5-25DC-4668-9EF5-964A77B6B470}" type="presParOf" srcId="{2FC91E5A-2A53-4E54-ABEB-80F89CF65EEF}" destId="{F848075B-122D-453D-A631-F3627336B129}" srcOrd="0" destOrd="0" presId="urn:microsoft.com/office/officeart/2005/8/layout/hierarchy3"/>
    <dgm:cxn modelId="{2DA9C200-408B-4CEA-B438-2CC1661AB271}" type="presParOf" srcId="{2FC91E5A-2A53-4E54-ABEB-80F89CF65EEF}" destId="{8A9CA754-5B60-454F-9D31-E36126E2AA4E}" srcOrd="1" destOrd="0" presId="urn:microsoft.com/office/officeart/2005/8/layout/hierarchy3"/>
    <dgm:cxn modelId="{DAF8A9E4-962E-47B4-B02D-C52BF296E882}" type="presParOf" srcId="{DC6F3C24-7523-44DF-B9FC-F3BF2520B356}" destId="{1B9B8155-66ED-486E-88D4-E5F16F373E4D}" srcOrd="1" destOrd="0" presId="urn:microsoft.com/office/officeart/2005/8/layout/hierarchy3"/>
    <dgm:cxn modelId="{2543424E-3C37-4528-B066-59E5BA09D9B0}" type="presParOf" srcId="{1B9B8155-66ED-486E-88D4-E5F16F373E4D}" destId="{BE75C443-C2DB-477D-B893-B14DBDB7CDD3}" srcOrd="0" destOrd="0" presId="urn:microsoft.com/office/officeart/2005/8/layout/hierarchy3"/>
    <dgm:cxn modelId="{A8D59D3B-9774-4F65-B77A-02CA6925F892}" type="presParOf" srcId="{1B9B8155-66ED-486E-88D4-E5F16F373E4D}" destId="{7D6DCFF5-03A0-4B98-AE49-17B92EE6E429}" srcOrd="1" destOrd="0" presId="urn:microsoft.com/office/officeart/2005/8/layout/hierarchy3"/>
    <dgm:cxn modelId="{AAA8B6A9-4233-4FD3-B957-80ECDD784976}" type="presParOf" srcId="{1B9B8155-66ED-486E-88D4-E5F16F373E4D}" destId="{786E06C5-DAEE-4C21-91B2-E3E3F6B45B37}" srcOrd="2" destOrd="0" presId="urn:microsoft.com/office/officeart/2005/8/layout/hierarchy3"/>
    <dgm:cxn modelId="{EDC5CA66-83D4-49AA-BC74-D8786301B663}" type="presParOf" srcId="{1B9B8155-66ED-486E-88D4-E5F16F373E4D}" destId="{DF2E0F93-0E94-48A9-8A74-73D0B71F6086}" srcOrd="3" destOrd="0" presId="urn:microsoft.com/office/officeart/2005/8/layout/hierarchy3"/>
    <dgm:cxn modelId="{7D795612-67E0-4227-8FAE-9F94FC3620D8}" type="presParOf" srcId="{F245AF5F-DE36-47BE-BE51-B111498824B1}" destId="{BD96A3E0-0A5C-4263-B93B-937A8FBAFFBF}" srcOrd="1" destOrd="0" presId="urn:microsoft.com/office/officeart/2005/8/layout/hierarchy3"/>
    <dgm:cxn modelId="{67FE0E8D-4F55-4DF9-AC02-FD788E87F2E6}" type="presParOf" srcId="{BD96A3E0-0A5C-4263-B93B-937A8FBAFFBF}" destId="{1D807B4E-4E1B-4E6F-883F-D328AE66E85A}" srcOrd="0" destOrd="0" presId="urn:microsoft.com/office/officeart/2005/8/layout/hierarchy3"/>
    <dgm:cxn modelId="{89EE94A9-7FEC-4FE8-98B5-59EF8EE638D0}" type="presParOf" srcId="{1D807B4E-4E1B-4E6F-883F-D328AE66E85A}" destId="{C05D6E24-5975-4E7C-9E2C-D017BB42C878}" srcOrd="0" destOrd="0" presId="urn:microsoft.com/office/officeart/2005/8/layout/hierarchy3"/>
    <dgm:cxn modelId="{771C9FDB-9C27-4F4E-9483-C2287AD08D61}" type="presParOf" srcId="{1D807B4E-4E1B-4E6F-883F-D328AE66E85A}" destId="{4726D325-C57F-4AAF-891C-99CD786C270A}" srcOrd="1" destOrd="0" presId="urn:microsoft.com/office/officeart/2005/8/layout/hierarchy3"/>
    <dgm:cxn modelId="{D879BB7C-2570-4DF4-9E3F-6E5752619EEA}" type="presParOf" srcId="{BD96A3E0-0A5C-4263-B93B-937A8FBAFFBF}" destId="{A8F20C6E-4C4A-434F-A02D-4FC640ACE660}" srcOrd="1" destOrd="0" presId="urn:microsoft.com/office/officeart/2005/8/layout/hierarchy3"/>
    <dgm:cxn modelId="{0699605A-840B-4680-B7DC-97520940703A}" type="presParOf" srcId="{A8F20C6E-4C4A-434F-A02D-4FC640ACE660}" destId="{5D65F3E8-6D91-45D9-9ED7-2E9BF89EA528}" srcOrd="0" destOrd="0" presId="urn:microsoft.com/office/officeart/2005/8/layout/hierarchy3"/>
    <dgm:cxn modelId="{4EB70E08-3490-44AD-A283-86611E4D3F65}" type="presParOf" srcId="{A8F20C6E-4C4A-434F-A02D-4FC640ACE660}" destId="{CDEBAF4D-8D8F-4092-A954-0C7F15AE902D}" srcOrd="1" destOrd="0" presId="urn:microsoft.com/office/officeart/2005/8/layout/hierarchy3"/>
    <dgm:cxn modelId="{120C356A-BABE-4572-8135-DE54CA69CFDB}" type="presParOf" srcId="{A8F20C6E-4C4A-434F-A02D-4FC640ACE660}" destId="{806B75C1-4C46-4B8E-9CE6-18E25F711339}" srcOrd="2" destOrd="0" presId="urn:microsoft.com/office/officeart/2005/8/layout/hierarchy3"/>
    <dgm:cxn modelId="{7B2D9A80-CFB0-492B-ABA7-0503C088D6CE}" type="presParOf" srcId="{A8F20C6E-4C4A-434F-A02D-4FC640ACE660}" destId="{FEFF3AFD-B1E3-4F9D-8AAF-35DCE9D25457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A6167A9-B9B0-4AC9-B3BB-065E556FF90D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6EBA9A-81FF-48E8-BF4E-01956A42AF1A}">
      <dgm:prSet phldrT="[Text]"/>
      <dgm:spPr/>
      <dgm:t>
        <a:bodyPr/>
        <a:lstStyle/>
        <a:p>
          <a:r>
            <a:rPr lang="en-US"/>
            <a:t>Idea</a:t>
          </a:r>
        </a:p>
      </dgm:t>
    </dgm:pt>
    <dgm:pt modelId="{6D38D8DE-3A09-4A37-8840-2AF36D828434}" type="parTrans" cxnId="{D08E4B10-D311-44B7-A3D2-FDE26A5B0042}">
      <dgm:prSet/>
      <dgm:spPr/>
      <dgm:t>
        <a:bodyPr/>
        <a:lstStyle/>
        <a:p>
          <a:endParaRPr lang="en-US"/>
        </a:p>
      </dgm:t>
    </dgm:pt>
    <dgm:pt modelId="{264E157C-7884-448D-812D-6DC960DD84BD}" type="sibTrans" cxnId="{D08E4B10-D311-44B7-A3D2-FDE26A5B0042}">
      <dgm:prSet/>
      <dgm:spPr/>
      <dgm:t>
        <a:bodyPr/>
        <a:lstStyle/>
        <a:p>
          <a:endParaRPr lang="en-US"/>
        </a:p>
      </dgm:t>
    </dgm:pt>
    <dgm:pt modelId="{DB9B50F6-881B-42AB-AC02-66E1B3BE2B87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B4986D27-B7CB-4E4D-B0EF-4A07CBE699B6}" type="parTrans" cxnId="{D8993CF0-2C03-4851-A8EF-DE15D7E74010}">
      <dgm:prSet/>
      <dgm:spPr/>
      <dgm:t>
        <a:bodyPr/>
        <a:lstStyle/>
        <a:p>
          <a:endParaRPr lang="en-US"/>
        </a:p>
      </dgm:t>
    </dgm:pt>
    <dgm:pt modelId="{26E3A2E0-7E74-43AC-9B0F-B29C336507A1}" type="sibTrans" cxnId="{D8993CF0-2C03-4851-A8EF-DE15D7E74010}">
      <dgm:prSet/>
      <dgm:spPr/>
      <dgm:t>
        <a:bodyPr/>
        <a:lstStyle/>
        <a:p>
          <a:endParaRPr lang="en-US"/>
        </a:p>
      </dgm:t>
    </dgm:pt>
    <dgm:pt modelId="{C118E0FF-B465-4B8F-B3C4-5E65203F5545}">
      <dgm:prSet phldrT="[Text]"/>
      <dgm:spPr/>
      <dgm:t>
        <a:bodyPr/>
        <a:lstStyle/>
        <a:p>
          <a:r>
            <a:rPr lang="en-US"/>
            <a:t>Execute</a:t>
          </a:r>
        </a:p>
      </dgm:t>
    </dgm:pt>
    <dgm:pt modelId="{2D822334-F39E-4A19-91E9-5ACED9808905}" type="parTrans" cxnId="{BC294D24-F3AC-4AD0-8236-E5163AE323C2}">
      <dgm:prSet/>
      <dgm:spPr/>
      <dgm:t>
        <a:bodyPr/>
        <a:lstStyle/>
        <a:p>
          <a:endParaRPr lang="en-US"/>
        </a:p>
      </dgm:t>
    </dgm:pt>
    <dgm:pt modelId="{364B8363-E624-4697-B75F-60B49648FCC5}" type="sibTrans" cxnId="{BC294D24-F3AC-4AD0-8236-E5163AE323C2}">
      <dgm:prSet/>
      <dgm:spPr/>
      <dgm:t>
        <a:bodyPr/>
        <a:lstStyle/>
        <a:p>
          <a:endParaRPr lang="en-US"/>
        </a:p>
      </dgm:t>
    </dgm:pt>
    <dgm:pt modelId="{050CFA2F-CCD2-445B-BF9A-1D5B1769EB85}">
      <dgm:prSet phldrT="[Text]"/>
      <dgm:spPr/>
      <dgm:t>
        <a:bodyPr/>
        <a:lstStyle/>
        <a:p>
          <a:r>
            <a:rPr lang="en-US"/>
            <a:t>Review</a:t>
          </a:r>
        </a:p>
      </dgm:t>
    </dgm:pt>
    <dgm:pt modelId="{90B84F9A-13C4-49D6-9E02-1507682C710E}" type="parTrans" cxnId="{18990C3A-291F-4759-AF80-603BDAD0A3B1}">
      <dgm:prSet/>
      <dgm:spPr/>
      <dgm:t>
        <a:bodyPr/>
        <a:lstStyle/>
        <a:p>
          <a:endParaRPr lang="en-US"/>
        </a:p>
      </dgm:t>
    </dgm:pt>
    <dgm:pt modelId="{77D1C0ED-4F9A-465E-BE38-8D5C1208DDB1}" type="sibTrans" cxnId="{18990C3A-291F-4759-AF80-603BDAD0A3B1}">
      <dgm:prSet/>
      <dgm:spPr/>
      <dgm:t>
        <a:bodyPr/>
        <a:lstStyle/>
        <a:p>
          <a:endParaRPr lang="en-US"/>
        </a:p>
      </dgm:t>
    </dgm:pt>
    <dgm:pt modelId="{5E3E81DB-2D37-4530-ABD5-26F8B12C262C}">
      <dgm:prSet phldrT="[Text]"/>
      <dgm:spPr/>
      <dgm:t>
        <a:bodyPr/>
        <a:lstStyle/>
        <a:p>
          <a:r>
            <a:rPr lang="en-US"/>
            <a:t>Improve</a:t>
          </a:r>
        </a:p>
      </dgm:t>
    </dgm:pt>
    <dgm:pt modelId="{50EB2E10-29FD-466E-B854-872C95A0F45F}" type="parTrans" cxnId="{84059CF3-F752-4A54-8F5A-C04D3263F342}">
      <dgm:prSet/>
      <dgm:spPr/>
      <dgm:t>
        <a:bodyPr/>
        <a:lstStyle/>
        <a:p>
          <a:endParaRPr lang="en-US"/>
        </a:p>
      </dgm:t>
    </dgm:pt>
    <dgm:pt modelId="{383AB8AC-AB2C-46FE-8287-4A3E40CB7DD8}" type="sibTrans" cxnId="{84059CF3-F752-4A54-8F5A-C04D3263F342}">
      <dgm:prSet/>
      <dgm:spPr/>
      <dgm:t>
        <a:bodyPr/>
        <a:lstStyle/>
        <a:p>
          <a:endParaRPr lang="en-US"/>
        </a:p>
      </dgm:t>
    </dgm:pt>
    <dgm:pt modelId="{9ED23FB5-8DB8-4574-8011-31D399561765}" type="pres">
      <dgm:prSet presAssocID="{4A6167A9-B9B0-4AC9-B3BB-065E556FF90D}" presName="cycle" presStyleCnt="0">
        <dgm:presLayoutVars>
          <dgm:dir/>
          <dgm:resizeHandles val="exact"/>
        </dgm:presLayoutVars>
      </dgm:prSet>
      <dgm:spPr/>
    </dgm:pt>
    <dgm:pt modelId="{99D1FDD7-DA14-4232-BDF0-6E1CAE4ED092}" type="pres">
      <dgm:prSet presAssocID="{A46EBA9A-81FF-48E8-BF4E-01956A42AF1A}" presName="node" presStyleLbl="node1" presStyleIdx="0" presStyleCnt="5">
        <dgm:presLayoutVars>
          <dgm:bulletEnabled val="1"/>
        </dgm:presLayoutVars>
      </dgm:prSet>
      <dgm:spPr/>
    </dgm:pt>
    <dgm:pt modelId="{3F1E6E0A-4E30-4584-AB14-0854EEE7770E}" type="pres">
      <dgm:prSet presAssocID="{264E157C-7884-448D-812D-6DC960DD84BD}" presName="sibTrans" presStyleLbl="sibTrans2D1" presStyleIdx="0" presStyleCnt="5"/>
      <dgm:spPr/>
    </dgm:pt>
    <dgm:pt modelId="{33CA5F7C-6619-4503-B9F7-34D85998DE74}" type="pres">
      <dgm:prSet presAssocID="{264E157C-7884-448D-812D-6DC960DD84BD}" presName="connectorText" presStyleLbl="sibTrans2D1" presStyleIdx="0" presStyleCnt="5"/>
      <dgm:spPr/>
    </dgm:pt>
    <dgm:pt modelId="{3D9D0C5C-EB3D-4EF4-B13F-A4A1C922AD77}" type="pres">
      <dgm:prSet presAssocID="{DB9B50F6-881B-42AB-AC02-66E1B3BE2B87}" presName="node" presStyleLbl="node1" presStyleIdx="1" presStyleCnt="5">
        <dgm:presLayoutVars>
          <dgm:bulletEnabled val="1"/>
        </dgm:presLayoutVars>
      </dgm:prSet>
      <dgm:spPr/>
    </dgm:pt>
    <dgm:pt modelId="{6411B9E6-AC5D-4F08-AF2B-28F756CA0998}" type="pres">
      <dgm:prSet presAssocID="{26E3A2E0-7E74-43AC-9B0F-B29C336507A1}" presName="sibTrans" presStyleLbl="sibTrans2D1" presStyleIdx="1" presStyleCnt="5"/>
      <dgm:spPr/>
    </dgm:pt>
    <dgm:pt modelId="{45E4FAD3-E92F-4E4A-B450-C9A10485FA85}" type="pres">
      <dgm:prSet presAssocID="{26E3A2E0-7E74-43AC-9B0F-B29C336507A1}" presName="connectorText" presStyleLbl="sibTrans2D1" presStyleIdx="1" presStyleCnt="5"/>
      <dgm:spPr/>
    </dgm:pt>
    <dgm:pt modelId="{36E86C8C-B50F-4AFF-A161-D56945049EA6}" type="pres">
      <dgm:prSet presAssocID="{C118E0FF-B465-4B8F-B3C4-5E65203F5545}" presName="node" presStyleLbl="node1" presStyleIdx="2" presStyleCnt="5">
        <dgm:presLayoutVars>
          <dgm:bulletEnabled val="1"/>
        </dgm:presLayoutVars>
      </dgm:prSet>
      <dgm:spPr/>
    </dgm:pt>
    <dgm:pt modelId="{FE6D5C23-5581-4D35-9D5E-15060DE81448}" type="pres">
      <dgm:prSet presAssocID="{364B8363-E624-4697-B75F-60B49648FCC5}" presName="sibTrans" presStyleLbl="sibTrans2D1" presStyleIdx="2" presStyleCnt="5"/>
      <dgm:spPr/>
    </dgm:pt>
    <dgm:pt modelId="{D3AAFFDA-9D44-4ED9-B1C7-34DF79AC8956}" type="pres">
      <dgm:prSet presAssocID="{364B8363-E624-4697-B75F-60B49648FCC5}" presName="connectorText" presStyleLbl="sibTrans2D1" presStyleIdx="2" presStyleCnt="5"/>
      <dgm:spPr/>
    </dgm:pt>
    <dgm:pt modelId="{5729C66D-7FE3-44F2-9E8F-0306F2CDA3AC}" type="pres">
      <dgm:prSet presAssocID="{050CFA2F-CCD2-445B-BF9A-1D5B1769EB85}" presName="node" presStyleLbl="node1" presStyleIdx="3" presStyleCnt="5">
        <dgm:presLayoutVars>
          <dgm:bulletEnabled val="1"/>
        </dgm:presLayoutVars>
      </dgm:prSet>
      <dgm:spPr/>
    </dgm:pt>
    <dgm:pt modelId="{83916250-02E7-4CC4-90DC-15ED29D797B5}" type="pres">
      <dgm:prSet presAssocID="{77D1C0ED-4F9A-465E-BE38-8D5C1208DDB1}" presName="sibTrans" presStyleLbl="sibTrans2D1" presStyleIdx="3" presStyleCnt="5"/>
      <dgm:spPr/>
    </dgm:pt>
    <dgm:pt modelId="{9BC74B8B-038D-4A14-9D7B-5A276A29146D}" type="pres">
      <dgm:prSet presAssocID="{77D1C0ED-4F9A-465E-BE38-8D5C1208DDB1}" presName="connectorText" presStyleLbl="sibTrans2D1" presStyleIdx="3" presStyleCnt="5"/>
      <dgm:spPr/>
    </dgm:pt>
    <dgm:pt modelId="{81EE6246-BFF1-439B-82C8-16521A9E3B22}" type="pres">
      <dgm:prSet presAssocID="{5E3E81DB-2D37-4530-ABD5-26F8B12C262C}" presName="node" presStyleLbl="node1" presStyleIdx="4" presStyleCnt="5">
        <dgm:presLayoutVars>
          <dgm:bulletEnabled val="1"/>
        </dgm:presLayoutVars>
      </dgm:prSet>
      <dgm:spPr/>
    </dgm:pt>
    <dgm:pt modelId="{C425D504-CD43-4AD4-A977-B7E79351B53B}" type="pres">
      <dgm:prSet presAssocID="{383AB8AC-AB2C-46FE-8287-4A3E40CB7DD8}" presName="sibTrans" presStyleLbl="sibTrans2D1" presStyleIdx="4" presStyleCnt="5"/>
      <dgm:spPr/>
    </dgm:pt>
    <dgm:pt modelId="{0D50950E-3917-4F8A-A2F2-FE930925D7F4}" type="pres">
      <dgm:prSet presAssocID="{383AB8AC-AB2C-46FE-8287-4A3E40CB7DD8}" presName="connectorText" presStyleLbl="sibTrans2D1" presStyleIdx="4" presStyleCnt="5"/>
      <dgm:spPr/>
    </dgm:pt>
  </dgm:ptLst>
  <dgm:cxnLst>
    <dgm:cxn modelId="{4B7D2409-3740-49FD-AC25-EDF26E765F1C}" type="presOf" srcId="{264E157C-7884-448D-812D-6DC960DD84BD}" destId="{3F1E6E0A-4E30-4584-AB14-0854EEE7770E}" srcOrd="0" destOrd="0" presId="urn:microsoft.com/office/officeart/2005/8/layout/cycle2"/>
    <dgm:cxn modelId="{D08E4B10-D311-44B7-A3D2-FDE26A5B0042}" srcId="{4A6167A9-B9B0-4AC9-B3BB-065E556FF90D}" destId="{A46EBA9A-81FF-48E8-BF4E-01956A42AF1A}" srcOrd="0" destOrd="0" parTransId="{6D38D8DE-3A09-4A37-8840-2AF36D828434}" sibTransId="{264E157C-7884-448D-812D-6DC960DD84BD}"/>
    <dgm:cxn modelId="{29574E11-E7DC-4701-B843-4E6DEB90C88F}" type="presOf" srcId="{77D1C0ED-4F9A-465E-BE38-8D5C1208DDB1}" destId="{9BC74B8B-038D-4A14-9D7B-5A276A29146D}" srcOrd="1" destOrd="0" presId="urn:microsoft.com/office/officeart/2005/8/layout/cycle2"/>
    <dgm:cxn modelId="{BC294D24-F3AC-4AD0-8236-E5163AE323C2}" srcId="{4A6167A9-B9B0-4AC9-B3BB-065E556FF90D}" destId="{C118E0FF-B465-4B8F-B3C4-5E65203F5545}" srcOrd="2" destOrd="0" parTransId="{2D822334-F39E-4A19-91E9-5ACED9808905}" sibTransId="{364B8363-E624-4697-B75F-60B49648FCC5}"/>
    <dgm:cxn modelId="{DE0DF128-AE19-4142-BBF6-77FDC7E84102}" type="presOf" srcId="{264E157C-7884-448D-812D-6DC960DD84BD}" destId="{33CA5F7C-6619-4503-B9F7-34D85998DE74}" srcOrd="1" destOrd="0" presId="urn:microsoft.com/office/officeart/2005/8/layout/cycle2"/>
    <dgm:cxn modelId="{18990C3A-291F-4759-AF80-603BDAD0A3B1}" srcId="{4A6167A9-B9B0-4AC9-B3BB-065E556FF90D}" destId="{050CFA2F-CCD2-445B-BF9A-1D5B1769EB85}" srcOrd="3" destOrd="0" parTransId="{90B84F9A-13C4-49D6-9E02-1507682C710E}" sibTransId="{77D1C0ED-4F9A-465E-BE38-8D5C1208DDB1}"/>
    <dgm:cxn modelId="{7B75E73C-97A0-4E91-9C51-BBEB5949B67C}" type="presOf" srcId="{383AB8AC-AB2C-46FE-8287-4A3E40CB7DD8}" destId="{C425D504-CD43-4AD4-A977-B7E79351B53B}" srcOrd="0" destOrd="0" presId="urn:microsoft.com/office/officeart/2005/8/layout/cycle2"/>
    <dgm:cxn modelId="{FD09BA5E-02AA-4010-97DC-55B9DD0CA0D0}" type="presOf" srcId="{77D1C0ED-4F9A-465E-BE38-8D5C1208DDB1}" destId="{83916250-02E7-4CC4-90DC-15ED29D797B5}" srcOrd="0" destOrd="0" presId="urn:microsoft.com/office/officeart/2005/8/layout/cycle2"/>
    <dgm:cxn modelId="{73299D66-F889-452D-8C54-3159F2683B60}" type="presOf" srcId="{364B8363-E624-4697-B75F-60B49648FCC5}" destId="{FE6D5C23-5581-4D35-9D5E-15060DE81448}" srcOrd="0" destOrd="0" presId="urn:microsoft.com/office/officeart/2005/8/layout/cycle2"/>
    <dgm:cxn modelId="{30DB9248-3AB9-4986-82E5-B51C8569BC04}" type="presOf" srcId="{383AB8AC-AB2C-46FE-8287-4A3E40CB7DD8}" destId="{0D50950E-3917-4F8A-A2F2-FE930925D7F4}" srcOrd="1" destOrd="0" presId="urn:microsoft.com/office/officeart/2005/8/layout/cycle2"/>
    <dgm:cxn modelId="{A9000D6A-C4A0-461B-BE6C-801A361BA363}" type="presOf" srcId="{26E3A2E0-7E74-43AC-9B0F-B29C336507A1}" destId="{6411B9E6-AC5D-4F08-AF2B-28F756CA0998}" srcOrd="0" destOrd="0" presId="urn:microsoft.com/office/officeart/2005/8/layout/cycle2"/>
    <dgm:cxn modelId="{16CB116B-1265-430B-8125-D63D99B19417}" type="presOf" srcId="{4A6167A9-B9B0-4AC9-B3BB-065E556FF90D}" destId="{9ED23FB5-8DB8-4574-8011-31D399561765}" srcOrd="0" destOrd="0" presId="urn:microsoft.com/office/officeart/2005/8/layout/cycle2"/>
    <dgm:cxn modelId="{CD23478B-975C-46EB-B249-8422C28CAB78}" type="presOf" srcId="{DB9B50F6-881B-42AB-AC02-66E1B3BE2B87}" destId="{3D9D0C5C-EB3D-4EF4-B13F-A4A1C922AD77}" srcOrd="0" destOrd="0" presId="urn:microsoft.com/office/officeart/2005/8/layout/cycle2"/>
    <dgm:cxn modelId="{63FD3690-8FBE-454D-8E3A-C3285ACCA0BD}" type="presOf" srcId="{050CFA2F-CCD2-445B-BF9A-1D5B1769EB85}" destId="{5729C66D-7FE3-44F2-9E8F-0306F2CDA3AC}" srcOrd="0" destOrd="0" presId="urn:microsoft.com/office/officeart/2005/8/layout/cycle2"/>
    <dgm:cxn modelId="{A86DC1AC-AF59-44B1-89B9-D8E8700341DC}" type="presOf" srcId="{364B8363-E624-4697-B75F-60B49648FCC5}" destId="{D3AAFFDA-9D44-4ED9-B1C7-34DF79AC8956}" srcOrd="1" destOrd="0" presId="urn:microsoft.com/office/officeart/2005/8/layout/cycle2"/>
    <dgm:cxn modelId="{5DEFC2C2-4A3D-49B7-919B-E6D1A0D802F2}" type="presOf" srcId="{5E3E81DB-2D37-4530-ABD5-26F8B12C262C}" destId="{81EE6246-BFF1-439B-82C8-16521A9E3B22}" srcOrd="0" destOrd="0" presId="urn:microsoft.com/office/officeart/2005/8/layout/cycle2"/>
    <dgm:cxn modelId="{420261CE-2C7B-43E3-90E2-C25A5A544269}" type="presOf" srcId="{A46EBA9A-81FF-48E8-BF4E-01956A42AF1A}" destId="{99D1FDD7-DA14-4232-BDF0-6E1CAE4ED092}" srcOrd="0" destOrd="0" presId="urn:microsoft.com/office/officeart/2005/8/layout/cycle2"/>
    <dgm:cxn modelId="{E003D3DF-5DA6-4C74-A6B4-5FE6FFD8337C}" type="presOf" srcId="{26E3A2E0-7E74-43AC-9B0F-B29C336507A1}" destId="{45E4FAD3-E92F-4E4A-B450-C9A10485FA85}" srcOrd="1" destOrd="0" presId="urn:microsoft.com/office/officeart/2005/8/layout/cycle2"/>
    <dgm:cxn modelId="{7ECE49E5-B92F-4F2A-ADDC-A1096D93F577}" type="presOf" srcId="{C118E0FF-B465-4B8F-B3C4-5E65203F5545}" destId="{36E86C8C-B50F-4AFF-A161-D56945049EA6}" srcOrd="0" destOrd="0" presId="urn:microsoft.com/office/officeart/2005/8/layout/cycle2"/>
    <dgm:cxn modelId="{D8993CF0-2C03-4851-A8EF-DE15D7E74010}" srcId="{4A6167A9-B9B0-4AC9-B3BB-065E556FF90D}" destId="{DB9B50F6-881B-42AB-AC02-66E1B3BE2B87}" srcOrd="1" destOrd="0" parTransId="{B4986D27-B7CB-4E4D-B0EF-4A07CBE699B6}" sibTransId="{26E3A2E0-7E74-43AC-9B0F-B29C336507A1}"/>
    <dgm:cxn modelId="{84059CF3-F752-4A54-8F5A-C04D3263F342}" srcId="{4A6167A9-B9B0-4AC9-B3BB-065E556FF90D}" destId="{5E3E81DB-2D37-4530-ABD5-26F8B12C262C}" srcOrd="4" destOrd="0" parTransId="{50EB2E10-29FD-466E-B854-872C95A0F45F}" sibTransId="{383AB8AC-AB2C-46FE-8287-4A3E40CB7DD8}"/>
    <dgm:cxn modelId="{80AB96D6-5170-41D9-9D7A-7D2E701A15A9}" type="presParOf" srcId="{9ED23FB5-8DB8-4574-8011-31D399561765}" destId="{99D1FDD7-DA14-4232-BDF0-6E1CAE4ED092}" srcOrd="0" destOrd="0" presId="urn:microsoft.com/office/officeart/2005/8/layout/cycle2"/>
    <dgm:cxn modelId="{EEA46B62-9F78-47FD-A231-F32CC9F15296}" type="presParOf" srcId="{9ED23FB5-8DB8-4574-8011-31D399561765}" destId="{3F1E6E0A-4E30-4584-AB14-0854EEE7770E}" srcOrd="1" destOrd="0" presId="urn:microsoft.com/office/officeart/2005/8/layout/cycle2"/>
    <dgm:cxn modelId="{E9FB1479-E22C-40D1-AD13-CAC512205531}" type="presParOf" srcId="{3F1E6E0A-4E30-4584-AB14-0854EEE7770E}" destId="{33CA5F7C-6619-4503-B9F7-34D85998DE74}" srcOrd="0" destOrd="0" presId="urn:microsoft.com/office/officeart/2005/8/layout/cycle2"/>
    <dgm:cxn modelId="{7D367565-A270-45E5-9F75-29B308057496}" type="presParOf" srcId="{9ED23FB5-8DB8-4574-8011-31D399561765}" destId="{3D9D0C5C-EB3D-4EF4-B13F-A4A1C922AD77}" srcOrd="2" destOrd="0" presId="urn:microsoft.com/office/officeart/2005/8/layout/cycle2"/>
    <dgm:cxn modelId="{935A59FC-22EC-4649-B60B-65879C31F1DA}" type="presParOf" srcId="{9ED23FB5-8DB8-4574-8011-31D399561765}" destId="{6411B9E6-AC5D-4F08-AF2B-28F756CA0998}" srcOrd="3" destOrd="0" presId="urn:microsoft.com/office/officeart/2005/8/layout/cycle2"/>
    <dgm:cxn modelId="{8DE4365C-EA5F-4839-86FC-212D80405338}" type="presParOf" srcId="{6411B9E6-AC5D-4F08-AF2B-28F756CA0998}" destId="{45E4FAD3-E92F-4E4A-B450-C9A10485FA85}" srcOrd="0" destOrd="0" presId="urn:microsoft.com/office/officeart/2005/8/layout/cycle2"/>
    <dgm:cxn modelId="{5D87860E-F008-47DF-800F-1F6179462E27}" type="presParOf" srcId="{9ED23FB5-8DB8-4574-8011-31D399561765}" destId="{36E86C8C-B50F-4AFF-A161-D56945049EA6}" srcOrd="4" destOrd="0" presId="urn:microsoft.com/office/officeart/2005/8/layout/cycle2"/>
    <dgm:cxn modelId="{E7609114-3CFF-4025-8681-C7739E9E95B2}" type="presParOf" srcId="{9ED23FB5-8DB8-4574-8011-31D399561765}" destId="{FE6D5C23-5581-4D35-9D5E-15060DE81448}" srcOrd="5" destOrd="0" presId="urn:microsoft.com/office/officeart/2005/8/layout/cycle2"/>
    <dgm:cxn modelId="{089B0EDF-8366-40F8-874C-503ECB2E1C55}" type="presParOf" srcId="{FE6D5C23-5581-4D35-9D5E-15060DE81448}" destId="{D3AAFFDA-9D44-4ED9-B1C7-34DF79AC8956}" srcOrd="0" destOrd="0" presId="urn:microsoft.com/office/officeart/2005/8/layout/cycle2"/>
    <dgm:cxn modelId="{22B753C2-7210-49F0-A569-4AA4D6557595}" type="presParOf" srcId="{9ED23FB5-8DB8-4574-8011-31D399561765}" destId="{5729C66D-7FE3-44F2-9E8F-0306F2CDA3AC}" srcOrd="6" destOrd="0" presId="urn:microsoft.com/office/officeart/2005/8/layout/cycle2"/>
    <dgm:cxn modelId="{D5487C8C-13E0-4103-A72C-31AE0F50BD72}" type="presParOf" srcId="{9ED23FB5-8DB8-4574-8011-31D399561765}" destId="{83916250-02E7-4CC4-90DC-15ED29D797B5}" srcOrd="7" destOrd="0" presId="urn:microsoft.com/office/officeart/2005/8/layout/cycle2"/>
    <dgm:cxn modelId="{96472571-2A82-42FF-8886-603A2CEE5776}" type="presParOf" srcId="{83916250-02E7-4CC4-90DC-15ED29D797B5}" destId="{9BC74B8B-038D-4A14-9D7B-5A276A29146D}" srcOrd="0" destOrd="0" presId="urn:microsoft.com/office/officeart/2005/8/layout/cycle2"/>
    <dgm:cxn modelId="{AB5709DF-A925-4271-83F4-CD48CB5EE62B}" type="presParOf" srcId="{9ED23FB5-8DB8-4574-8011-31D399561765}" destId="{81EE6246-BFF1-439B-82C8-16521A9E3B22}" srcOrd="8" destOrd="0" presId="urn:microsoft.com/office/officeart/2005/8/layout/cycle2"/>
    <dgm:cxn modelId="{F40A63C0-CBAC-4316-BF1F-9AC78D1EFA06}" type="presParOf" srcId="{9ED23FB5-8DB8-4574-8011-31D399561765}" destId="{C425D504-CD43-4AD4-A977-B7E79351B53B}" srcOrd="9" destOrd="0" presId="urn:microsoft.com/office/officeart/2005/8/layout/cycle2"/>
    <dgm:cxn modelId="{9EC4E414-D304-4174-AFBF-C679AF2CD08B}" type="presParOf" srcId="{C425D504-CD43-4AD4-A977-B7E79351B53B}" destId="{0D50950E-3917-4F8A-A2F2-FE930925D7F4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25F9204-57BA-4943-A849-088E2B92BB33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EEAA397-914F-4986-8D3A-61726FBEB356}">
      <dgm:prSet phldrT="[Text]"/>
      <dgm:spPr/>
      <dgm:t>
        <a:bodyPr/>
        <a:lstStyle/>
        <a:p>
          <a:r>
            <a:rPr lang="en-US"/>
            <a:t>Requirement 1</a:t>
          </a:r>
        </a:p>
      </dgm:t>
    </dgm:pt>
    <dgm:pt modelId="{62891D26-7FC1-40A7-BB21-961A054DD263}" type="parTrans" cxnId="{159CB189-22D9-4C93-BBBA-F27B9DA2C041}">
      <dgm:prSet/>
      <dgm:spPr/>
      <dgm:t>
        <a:bodyPr/>
        <a:lstStyle/>
        <a:p>
          <a:endParaRPr lang="en-US"/>
        </a:p>
      </dgm:t>
    </dgm:pt>
    <dgm:pt modelId="{53249703-8B7B-4679-92DF-0D8679F2F500}" type="sibTrans" cxnId="{159CB189-22D9-4C93-BBBA-F27B9DA2C041}">
      <dgm:prSet/>
      <dgm:spPr/>
      <dgm:t>
        <a:bodyPr/>
        <a:lstStyle/>
        <a:p>
          <a:endParaRPr lang="en-US"/>
        </a:p>
      </dgm:t>
    </dgm:pt>
    <dgm:pt modelId="{B4C4D745-EAEF-44B4-8335-C790D506590E}">
      <dgm:prSet phldrT="[Text]"/>
      <dgm:spPr/>
      <dgm:t>
        <a:bodyPr/>
        <a:lstStyle/>
        <a:p>
          <a:r>
            <a:rPr lang="en-US"/>
            <a:t>Requirement 2</a:t>
          </a:r>
        </a:p>
      </dgm:t>
    </dgm:pt>
    <dgm:pt modelId="{D0E0E435-D0D1-4A0A-A4A7-8DF3288EDAEE}" type="parTrans" cxnId="{5DA9D26D-2EA3-47A6-A630-A30ABB055A46}">
      <dgm:prSet/>
      <dgm:spPr/>
      <dgm:t>
        <a:bodyPr/>
        <a:lstStyle/>
        <a:p>
          <a:endParaRPr lang="en-US"/>
        </a:p>
      </dgm:t>
    </dgm:pt>
    <dgm:pt modelId="{FF04C971-7E85-4208-9FA3-DD4EFD120D5F}" type="sibTrans" cxnId="{5DA9D26D-2EA3-47A6-A630-A30ABB055A46}">
      <dgm:prSet/>
      <dgm:spPr/>
      <dgm:t>
        <a:bodyPr/>
        <a:lstStyle/>
        <a:p>
          <a:endParaRPr lang="en-US"/>
        </a:p>
      </dgm:t>
    </dgm:pt>
    <dgm:pt modelId="{55D034AE-4A8D-424F-8921-CA302106ECB2}">
      <dgm:prSet phldrT="[Text]"/>
      <dgm:spPr/>
      <dgm:t>
        <a:bodyPr/>
        <a:lstStyle/>
        <a:p>
          <a:r>
            <a:rPr lang="en-US"/>
            <a:t>Requirement 3</a:t>
          </a:r>
        </a:p>
      </dgm:t>
    </dgm:pt>
    <dgm:pt modelId="{61DBA711-2FFA-4536-9B76-84122497A1FD}" type="parTrans" cxnId="{24022ED7-4AFF-4A7A-BBD6-E40A91C7EE69}">
      <dgm:prSet/>
      <dgm:spPr/>
      <dgm:t>
        <a:bodyPr/>
        <a:lstStyle/>
        <a:p>
          <a:endParaRPr lang="en-US"/>
        </a:p>
      </dgm:t>
    </dgm:pt>
    <dgm:pt modelId="{C1EA0F04-BF34-4B14-B72D-EB28E3BEFC55}" type="sibTrans" cxnId="{24022ED7-4AFF-4A7A-BBD6-E40A91C7EE69}">
      <dgm:prSet/>
      <dgm:spPr/>
      <dgm:t>
        <a:bodyPr/>
        <a:lstStyle/>
        <a:p>
          <a:endParaRPr lang="en-US"/>
        </a:p>
      </dgm:t>
    </dgm:pt>
    <dgm:pt modelId="{9B8705F1-9115-4FDB-A56E-A763F4A7DFB0}">
      <dgm:prSet phldrT="[Text]"/>
      <dgm:spPr/>
      <dgm:t>
        <a:bodyPr/>
        <a:lstStyle/>
        <a:p>
          <a:r>
            <a:rPr lang="en-US"/>
            <a:t>Requirement 4</a:t>
          </a:r>
        </a:p>
      </dgm:t>
    </dgm:pt>
    <dgm:pt modelId="{29164381-3ACB-4165-9E1E-4B93EAC6718D}" type="parTrans" cxnId="{FF7FB041-CC3F-4245-8732-1CD0031E254C}">
      <dgm:prSet/>
      <dgm:spPr/>
      <dgm:t>
        <a:bodyPr/>
        <a:lstStyle/>
        <a:p>
          <a:endParaRPr lang="en-US"/>
        </a:p>
      </dgm:t>
    </dgm:pt>
    <dgm:pt modelId="{CAF92508-6185-488C-92ED-7D2BE0B129D4}" type="sibTrans" cxnId="{FF7FB041-CC3F-4245-8732-1CD0031E254C}">
      <dgm:prSet/>
      <dgm:spPr/>
      <dgm:t>
        <a:bodyPr/>
        <a:lstStyle/>
        <a:p>
          <a:endParaRPr lang="en-US"/>
        </a:p>
      </dgm:t>
    </dgm:pt>
    <dgm:pt modelId="{18938518-13A1-4E5F-9BBF-142FDE05E817}">
      <dgm:prSet phldrT="[Text]" phldr="1"/>
      <dgm:spPr/>
      <dgm:t>
        <a:bodyPr/>
        <a:lstStyle/>
        <a:p>
          <a:endParaRPr lang="en-US"/>
        </a:p>
      </dgm:t>
    </dgm:pt>
    <dgm:pt modelId="{5212A46F-84A8-4A60-9DE9-AD60CE2DB4E3}" type="parTrans" cxnId="{B87CAC53-F1FF-4D5B-B449-D79483F8F498}">
      <dgm:prSet/>
      <dgm:spPr/>
      <dgm:t>
        <a:bodyPr/>
        <a:lstStyle/>
        <a:p>
          <a:endParaRPr lang="en-US"/>
        </a:p>
      </dgm:t>
    </dgm:pt>
    <dgm:pt modelId="{C41C2B0B-9C69-418C-A4F6-42059BD93020}" type="sibTrans" cxnId="{B87CAC53-F1FF-4D5B-B449-D79483F8F498}">
      <dgm:prSet/>
      <dgm:spPr/>
      <dgm:t>
        <a:bodyPr/>
        <a:lstStyle/>
        <a:p>
          <a:endParaRPr lang="en-US"/>
        </a:p>
      </dgm:t>
    </dgm:pt>
    <dgm:pt modelId="{9FE26FAA-DC29-4E4B-91E2-7EB436E3E1E4}" type="pres">
      <dgm:prSet presAssocID="{125F9204-57BA-4943-A849-088E2B92BB33}" presName="diagram" presStyleCnt="0">
        <dgm:presLayoutVars>
          <dgm:dir/>
          <dgm:resizeHandles val="exact"/>
        </dgm:presLayoutVars>
      </dgm:prSet>
      <dgm:spPr/>
    </dgm:pt>
    <dgm:pt modelId="{43CFB00B-BF3E-4389-9568-FFCE2BEACA1A}" type="pres">
      <dgm:prSet presAssocID="{AEEAA397-914F-4986-8D3A-61726FBEB356}" presName="node" presStyleLbl="node1" presStyleIdx="0" presStyleCnt="5">
        <dgm:presLayoutVars>
          <dgm:bulletEnabled val="1"/>
        </dgm:presLayoutVars>
      </dgm:prSet>
      <dgm:spPr/>
    </dgm:pt>
    <dgm:pt modelId="{FFB213A0-D675-4F06-A846-F6E6A6A0BE73}" type="pres">
      <dgm:prSet presAssocID="{53249703-8B7B-4679-92DF-0D8679F2F500}" presName="sibTrans" presStyleCnt="0"/>
      <dgm:spPr/>
    </dgm:pt>
    <dgm:pt modelId="{AF91FF73-FFAD-4A0B-A252-C7E86A0D553E}" type="pres">
      <dgm:prSet presAssocID="{B4C4D745-EAEF-44B4-8335-C790D506590E}" presName="node" presStyleLbl="node1" presStyleIdx="1" presStyleCnt="5">
        <dgm:presLayoutVars>
          <dgm:bulletEnabled val="1"/>
        </dgm:presLayoutVars>
      </dgm:prSet>
      <dgm:spPr/>
    </dgm:pt>
    <dgm:pt modelId="{02C7C7EE-8F33-46B4-9D9A-DB5F14A41069}" type="pres">
      <dgm:prSet presAssocID="{FF04C971-7E85-4208-9FA3-DD4EFD120D5F}" presName="sibTrans" presStyleCnt="0"/>
      <dgm:spPr/>
    </dgm:pt>
    <dgm:pt modelId="{DAF86D26-EA50-42DB-964B-F62275B3A11A}" type="pres">
      <dgm:prSet presAssocID="{55D034AE-4A8D-424F-8921-CA302106ECB2}" presName="node" presStyleLbl="node1" presStyleIdx="2" presStyleCnt="5">
        <dgm:presLayoutVars>
          <dgm:bulletEnabled val="1"/>
        </dgm:presLayoutVars>
      </dgm:prSet>
      <dgm:spPr/>
    </dgm:pt>
    <dgm:pt modelId="{C04A6A1E-0D4E-4243-B062-A09583DD22D1}" type="pres">
      <dgm:prSet presAssocID="{C1EA0F04-BF34-4B14-B72D-EB28E3BEFC55}" presName="sibTrans" presStyleCnt="0"/>
      <dgm:spPr/>
    </dgm:pt>
    <dgm:pt modelId="{C7260A02-F01E-437C-B2C3-E89370239EAB}" type="pres">
      <dgm:prSet presAssocID="{9B8705F1-9115-4FDB-A56E-A763F4A7DFB0}" presName="node" presStyleLbl="node1" presStyleIdx="3" presStyleCnt="5">
        <dgm:presLayoutVars>
          <dgm:bulletEnabled val="1"/>
        </dgm:presLayoutVars>
      </dgm:prSet>
      <dgm:spPr/>
    </dgm:pt>
    <dgm:pt modelId="{29FDCE67-BBA2-405A-BA0A-0302CF730F61}" type="pres">
      <dgm:prSet presAssocID="{CAF92508-6185-488C-92ED-7D2BE0B129D4}" presName="sibTrans" presStyleCnt="0"/>
      <dgm:spPr/>
    </dgm:pt>
    <dgm:pt modelId="{8FF10066-9DBB-4CBE-880C-516A7F5D7339}" type="pres">
      <dgm:prSet presAssocID="{18938518-13A1-4E5F-9BBF-142FDE05E817}" presName="node" presStyleLbl="node1" presStyleIdx="4" presStyleCnt="5">
        <dgm:presLayoutVars>
          <dgm:bulletEnabled val="1"/>
        </dgm:presLayoutVars>
      </dgm:prSet>
      <dgm:spPr/>
    </dgm:pt>
  </dgm:ptLst>
  <dgm:cxnLst>
    <dgm:cxn modelId="{F844A133-085C-4073-A931-B5C546FE8B3F}" type="presOf" srcId="{18938518-13A1-4E5F-9BBF-142FDE05E817}" destId="{8FF10066-9DBB-4CBE-880C-516A7F5D7339}" srcOrd="0" destOrd="0" presId="urn:microsoft.com/office/officeart/2005/8/layout/default"/>
    <dgm:cxn modelId="{FF7FB041-CC3F-4245-8732-1CD0031E254C}" srcId="{125F9204-57BA-4943-A849-088E2B92BB33}" destId="{9B8705F1-9115-4FDB-A56E-A763F4A7DFB0}" srcOrd="3" destOrd="0" parTransId="{29164381-3ACB-4165-9E1E-4B93EAC6718D}" sibTransId="{CAF92508-6185-488C-92ED-7D2BE0B129D4}"/>
    <dgm:cxn modelId="{5DA9D26D-2EA3-47A6-A630-A30ABB055A46}" srcId="{125F9204-57BA-4943-A849-088E2B92BB33}" destId="{B4C4D745-EAEF-44B4-8335-C790D506590E}" srcOrd="1" destOrd="0" parTransId="{D0E0E435-D0D1-4A0A-A4A7-8DF3288EDAEE}" sibTransId="{FF04C971-7E85-4208-9FA3-DD4EFD120D5F}"/>
    <dgm:cxn modelId="{B87CAC53-F1FF-4D5B-B449-D79483F8F498}" srcId="{125F9204-57BA-4943-A849-088E2B92BB33}" destId="{18938518-13A1-4E5F-9BBF-142FDE05E817}" srcOrd="4" destOrd="0" parTransId="{5212A46F-84A8-4A60-9DE9-AD60CE2DB4E3}" sibTransId="{C41C2B0B-9C69-418C-A4F6-42059BD93020}"/>
    <dgm:cxn modelId="{07668E76-62E7-4194-9088-896D840BAF4C}" type="presOf" srcId="{125F9204-57BA-4943-A849-088E2B92BB33}" destId="{9FE26FAA-DC29-4E4B-91E2-7EB436E3E1E4}" srcOrd="0" destOrd="0" presId="urn:microsoft.com/office/officeart/2005/8/layout/default"/>
    <dgm:cxn modelId="{159CB189-22D9-4C93-BBBA-F27B9DA2C041}" srcId="{125F9204-57BA-4943-A849-088E2B92BB33}" destId="{AEEAA397-914F-4986-8D3A-61726FBEB356}" srcOrd="0" destOrd="0" parTransId="{62891D26-7FC1-40A7-BB21-961A054DD263}" sibTransId="{53249703-8B7B-4679-92DF-0D8679F2F500}"/>
    <dgm:cxn modelId="{DC5F809C-D8BB-4CCB-A118-E6A093541FEF}" type="presOf" srcId="{AEEAA397-914F-4986-8D3A-61726FBEB356}" destId="{43CFB00B-BF3E-4389-9568-FFCE2BEACA1A}" srcOrd="0" destOrd="0" presId="urn:microsoft.com/office/officeart/2005/8/layout/default"/>
    <dgm:cxn modelId="{EC55DCB1-D704-4ED1-84F3-4CC79CB76AD9}" type="presOf" srcId="{55D034AE-4A8D-424F-8921-CA302106ECB2}" destId="{DAF86D26-EA50-42DB-964B-F62275B3A11A}" srcOrd="0" destOrd="0" presId="urn:microsoft.com/office/officeart/2005/8/layout/default"/>
    <dgm:cxn modelId="{471CA0D5-B962-47E9-A699-35C6FBEAFBF5}" type="presOf" srcId="{B4C4D745-EAEF-44B4-8335-C790D506590E}" destId="{AF91FF73-FFAD-4A0B-A252-C7E86A0D553E}" srcOrd="0" destOrd="0" presId="urn:microsoft.com/office/officeart/2005/8/layout/default"/>
    <dgm:cxn modelId="{24022ED7-4AFF-4A7A-BBD6-E40A91C7EE69}" srcId="{125F9204-57BA-4943-A849-088E2B92BB33}" destId="{55D034AE-4A8D-424F-8921-CA302106ECB2}" srcOrd="2" destOrd="0" parTransId="{61DBA711-2FFA-4536-9B76-84122497A1FD}" sibTransId="{C1EA0F04-BF34-4B14-B72D-EB28E3BEFC55}"/>
    <dgm:cxn modelId="{097850FD-6277-432B-B4A0-8177CFCFCCD7}" type="presOf" srcId="{9B8705F1-9115-4FDB-A56E-A763F4A7DFB0}" destId="{C7260A02-F01E-437C-B2C3-E89370239EAB}" srcOrd="0" destOrd="0" presId="urn:microsoft.com/office/officeart/2005/8/layout/default"/>
    <dgm:cxn modelId="{8D6170F0-874A-4794-AA45-40F632CC6345}" type="presParOf" srcId="{9FE26FAA-DC29-4E4B-91E2-7EB436E3E1E4}" destId="{43CFB00B-BF3E-4389-9568-FFCE2BEACA1A}" srcOrd="0" destOrd="0" presId="urn:microsoft.com/office/officeart/2005/8/layout/default"/>
    <dgm:cxn modelId="{4E04CD06-254A-4E6B-8085-FC54A36FA034}" type="presParOf" srcId="{9FE26FAA-DC29-4E4B-91E2-7EB436E3E1E4}" destId="{FFB213A0-D675-4F06-A846-F6E6A6A0BE73}" srcOrd="1" destOrd="0" presId="urn:microsoft.com/office/officeart/2005/8/layout/default"/>
    <dgm:cxn modelId="{05BEC159-1CCD-4609-BC20-558014CABA56}" type="presParOf" srcId="{9FE26FAA-DC29-4E4B-91E2-7EB436E3E1E4}" destId="{AF91FF73-FFAD-4A0B-A252-C7E86A0D553E}" srcOrd="2" destOrd="0" presId="urn:microsoft.com/office/officeart/2005/8/layout/default"/>
    <dgm:cxn modelId="{5074D31F-281D-4238-9AD4-949770446ADF}" type="presParOf" srcId="{9FE26FAA-DC29-4E4B-91E2-7EB436E3E1E4}" destId="{02C7C7EE-8F33-46B4-9D9A-DB5F14A41069}" srcOrd="3" destOrd="0" presId="urn:microsoft.com/office/officeart/2005/8/layout/default"/>
    <dgm:cxn modelId="{01715FDE-DEA5-40CB-ABCD-0C63BCF2ECA4}" type="presParOf" srcId="{9FE26FAA-DC29-4E4B-91E2-7EB436E3E1E4}" destId="{DAF86D26-EA50-42DB-964B-F62275B3A11A}" srcOrd="4" destOrd="0" presId="urn:microsoft.com/office/officeart/2005/8/layout/default"/>
    <dgm:cxn modelId="{42D4C746-933F-403D-A9DE-BA9BD2FC49A6}" type="presParOf" srcId="{9FE26FAA-DC29-4E4B-91E2-7EB436E3E1E4}" destId="{C04A6A1E-0D4E-4243-B062-A09583DD22D1}" srcOrd="5" destOrd="0" presId="urn:microsoft.com/office/officeart/2005/8/layout/default"/>
    <dgm:cxn modelId="{A36F43E3-C8B2-46DC-8F20-8084C452E38E}" type="presParOf" srcId="{9FE26FAA-DC29-4E4B-91E2-7EB436E3E1E4}" destId="{C7260A02-F01E-437C-B2C3-E89370239EAB}" srcOrd="6" destOrd="0" presId="urn:microsoft.com/office/officeart/2005/8/layout/default"/>
    <dgm:cxn modelId="{23795CFE-A8E7-42BB-8417-084A5CE3D75D}" type="presParOf" srcId="{9FE26FAA-DC29-4E4B-91E2-7EB436E3E1E4}" destId="{29FDCE67-BBA2-405A-BA0A-0302CF730F61}" srcOrd="7" destOrd="0" presId="urn:microsoft.com/office/officeart/2005/8/layout/default"/>
    <dgm:cxn modelId="{4B79CC27-99A6-46BF-B9BC-ED3C3DC6477F}" type="presParOf" srcId="{9FE26FAA-DC29-4E4B-91E2-7EB436E3E1E4}" destId="{8FF10066-9DBB-4CBE-880C-516A7F5D7339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8231EB-3CE0-4F91-9854-2FCA67C6C964}">
      <dsp:nvSpPr>
        <dsp:cNvPr id="0" name=""/>
        <dsp:cNvSpPr/>
      </dsp:nvSpPr>
      <dsp:spPr>
        <a:xfrm>
          <a:off x="2718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B0A476-0581-49D1-97DA-A4DE8E5F3911}">
      <dsp:nvSpPr>
        <dsp:cNvPr id="0" name=""/>
        <dsp:cNvSpPr/>
      </dsp:nvSpPr>
      <dsp:spPr>
        <a:xfrm>
          <a:off x="87233" y="84515"/>
          <a:ext cx="676122" cy="676122"/>
        </a:xfrm>
        <a:prstGeom prst="chord">
          <a:avLst>
            <a:gd name="adj1" fmla="val 1168272"/>
            <a:gd name="adj2" fmla="val 963172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6AE87D-8DC8-464B-B873-D5C573F577EA}">
      <dsp:nvSpPr>
        <dsp:cNvPr id="0" name=""/>
        <dsp:cNvSpPr/>
      </dsp:nvSpPr>
      <dsp:spPr>
        <a:xfrm>
          <a:off x="1023945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Design</a:t>
          </a:r>
        </a:p>
      </dsp:txBody>
      <dsp:txXfrm>
        <a:off x="1023945" y="845153"/>
        <a:ext cx="2500245" cy="3556686"/>
      </dsp:txXfrm>
    </dsp:sp>
    <dsp:sp modelId="{3ED45AF8-FE4C-4717-9FC0-0D99075E5BF5}">
      <dsp:nvSpPr>
        <dsp:cNvPr id="0" name=""/>
        <dsp:cNvSpPr/>
      </dsp:nvSpPr>
      <dsp:spPr>
        <a:xfrm>
          <a:off x="1023945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Plan</a:t>
          </a:r>
        </a:p>
      </dsp:txBody>
      <dsp:txXfrm>
        <a:off x="1023945" y="0"/>
        <a:ext cx="2500245" cy="845153"/>
      </dsp:txXfrm>
    </dsp:sp>
    <dsp:sp modelId="{35C8319C-DF4C-4551-A942-0EDF4B164AD0}">
      <dsp:nvSpPr>
        <dsp:cNvPr id="0" name=""/>
        <dsp:cNvSpPr/>
      </dsp:nvSpPr>
      <dsp:spPr>
        <a:xfrm>
          <a:off x="3700264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B26A6A-4B88-4BA7-ABF6-80AE6059761A}">
      <dsp:nvSpPr>
        <dsp:cNvPr id="0" name=""/>
        <dsp:cNvSpPr/>
      </dsp:nvSpPr>
      <dsp:spPr>
        <a:xfrm>
          <a:off x="3784779" y="84515"/>
          <a:ext cx="676122" cy="676122"/>
        </a:xfrm>
        <a:prstGeom prst="chord">
          <a:avLst>
            <a:gd name="adj1" fmla="val 20431728"/>
            <a:gd name="adj2" fmla="val 11968272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FB0697-2FC2-42F7-BDF3-E76985CDF035}">
      <dsp:nvSpPr>
        <dsp:cNvPr id="0" name=""/>
        <dsp:cNvSpPr/>
      </dsp:nvSpPr>
      <dsp:spPr>
        <a:xfrm>
          <a:off x="4721490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Test</a:t>
          </a:r>
        </a:p>
      </dsp:txBody>
      <dsp:txXfrm>
        <a:off x="4721490" y="845153"/>
        <a:ext cx="2500245" cy="3556686"/>
      </dsp:txXfrm>
    </dsp:sp>
    <dsp:sp modelId="{5EBEE6AC-A7EB-4506-AA0A-D5ED13ADA255}">
      <dsp:nvSpPr>
        <dsp:cNvPr id="0" name=""/>
        <dsp:cNvSpPr/>
      </dsp:nvSpPr>
      <dsp:spPr>
        <a:xfrm>
          <a:off x="4721490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Build</a:t>
          </a:r>
        </a:p>
      </dsp:txBody>
      <dsp:txXfrm>
        <a:off x="4721490" y="0"/>
        <a:ext cx="2500245" cy="845153"/>
      </dsp:txXfrm>
    </dsp:sp>
    <dsp:sp modelId="{6C95D7F6-90A1-4713-86D4-456E56977F9E}">
      <dsp:nvSpPr>
        <dsp:cNvPr id="0" name=""/>
        <dsp:cNvSpPr/>
      </dsp:nvSpPr>
      <dsp:spPr>
        <a:xfrm>
          <a:off x="7397809" y="0"/>
          <a:ext cx="845153" cy="845153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794272-4F57-4451-BBE4-8203F3ECED97}">
      <dsp:nvSpPr>
        <dsp:cNvPr id="0" name=""/>
        <dsp:cNvSpPr/>
      </dsp:nvSpPr>
      <dsp:spPr>
        <a:xfrm>
          <a:off x="7482324" y="84515"/>
          <a:ext cx="676122" cy="676122"/>
        </a:xfrm>
        <a:prstGeom prst="chord">
          <a:avLst>
            <a:gd name="adj1" fmla="val 162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696007-246F-4C35-9886-67C0E2A9E05E}">
      <dsp:nvSpPr>
        <dsp:cNvPr id="0" name=""/>
        <dsp:cNvSpPr/>
      </dsp:nvSpPr>
      <dsp:spPr>
        <a:xfrm>
          <a:off x="8419036" y="845153"/>
          <a:ext cx="2500245" cy="3556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t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400" kern="1200"/>
        </a:p>
      </dsp:txBody>
      <dsp:txXfrm>
        <a:off x="8419036" y="845153"/>
        <a:ext cx="2500245" cy="3556686"/>
      </dsp:txXfrm>
    </dsp:sp>
    <dsp:sp modelId="{B72821BF-50F1-4870-B73F-053D7C3F5FFE}">
      <dsp:nvSpPr>
        <dsp:cNvPr id="0" name=""/>
        <dsp:cNvSpPr/>
      </dsp:nvSpPr>
      <dsp:spPr>
        <a:xfrm>
          <a:off x="8419036" y="0"/>
          <a:ext cx="2500245" cy="8451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760" tIns="111760" rIns="111760" bIns="111760" numCol="1" spcCol="1270" anchor="b" anchorCtr="0">
          <a:noAutofit/>
        </a:bodyPr>
        <a:lstStyle/>
        <a:p>
          <a:pPr marL="0" lvl="0" indent="0" algn="l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400" kern="1200"/>
            <a:t>Deploy</a:t>
          </a:r>
        </a:p>
      </dsp:txBody>
      <dsp:txXfrm>
        <a:off x="8419036" y="0"/>
        <a:ext cx="2500245" cy="84515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48075B-122D-453D-A631-F3627336B129}">
      <dsp:nvSpPr>
        <dsp:cNvPr id="0" name=""/>
        <dsp:cNvSpPr/>
      </dsp:nvSpPr>
      <dsp:spPr>
        <a:xfrm>
          <a:off x="2359189" y="480"/>
          <a:ext cx="2757165" cy="137858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8001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CEO</a:t>
          </a:r>
        </a:p>
      </dsp:txBody>
      <dsp:txXfrm>
        <a:off x="2399566" y="40857"/>
        <a:ext cx="2676411" cy="1297828"/>
      </dsp:txXfrm>
    </dsp:sp>
    <dsp:sp modelId="{BE75C443-C2DB-477D-B893-B14DBDB7CDD3}">
      <dsp:nvSpPr>
        <dsp:cNvPr id="0" name=""/>
        <dsp:cNvSpPr/>
      </dsp:nvSpPr>
      <dsp:spPr>
        <a:xfrm>
          <a:off x="2634905" y="1379063"/>
          <a:ext cx="275716" cy="10339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33936"/>
              </a:lnTo>
              <a:lnTo>
                <a:pt x="275716" y="103393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D6DCFF5-03A0-4B98-AE49-17B92EE6E429}">
      <dsp:nvSpPr>
        <dsp:cNvPr id="0" name=""/>
        <dsp:cNvSpPr/>
      </dsp:nvSpPr>
      <dsp:spPr>
        <a:xfrm>
          <a:off x="2910622" y="1723708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VP Sales</a:t>
          </a:r>
        </a:p>
      </dsp:txBody>
      <dsp:txXfrm>
        <a:off x="2950999" y="1764085"/>
        <a:ext cx="2124978" cy="1297828"/>
      </dsp:txXfrm>
    </dsp:sp>
    <dsp:sp modelId="{786E06C5-DAEE-4C21-91B2-E3E3F6B45B37}">
      <dsp:nvSpPr>
        <dsp:cNvPr id="0" name=""/>
        <dsp:cNvSpPr/>
      </dsp:nvSpPr>
      <dsp:spPr>
        <a:xfrm>
          <a:off x="2634905" y="1379063"/>
          <a:ext cx="275716" cy="27571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57165"/>
              </a:lnTo>
              <a:lnTo>
                <a:pt x="275716" y="275716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F2E0F93-0E94-48A9-8A74-73D0B71F6086}">
      <dsp:nvSpPr>
        <dsp:cNvPr id="0" name=""/>
        <dsp:cNvSpPr/>
      </dsp:nvSpPr>
      <dsp:spPr>
        <a:xfrm>
          <a:off x="2910622" y="3446936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VP Engineering</a:t>
          </a:r>
        </a:p>
      </dsp:txBody>
      <dsp:txXfrm>
        <a:off x="2950999" y="3487313"/>
        <a:ext cx="2124978" cy="1297828"/>
      </dsp:txXfrm>
    </dsp:sp>
    <dsp:sp modelId="{C05D6E24-5975-4E7C-9E2C-D017BB42C878}">
      <dsp:nvSpPr>
        <dsp:cNvPr id="0" name=""/>
        <dsp:cNvSpPr/>
      </dsp:nvSpPr>
      <dsp:spPr>
        <a:xfrm>
          <a:off x="5805645" y="480"/>
          <a:ext cx="2757165" cy="137858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80010" bIns="5334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VP Marketing</a:t>
          </a:r>
        </a:p>
      </dsp:txBody>
      <dsp:txXfrm>
        <a:off x="5846022" y="40857"/>
        <a:ext cx="2676411" cy="1297828"/>
      </dsp:txXfrm>
    </dsp:sp>
    <dsp:sp modelId="{5D65F3E8-6D91-45D9-9ED7-2E9BF89EA528}">
      <dsp:nvSpPr>
        <dsp:cNvPr id="0" name=""/>
        <dsp:cNvSpPr/>
      </dsp:nvSpPr>
      <dsp:spPr>
        <a:xfrm>
          <a:off x="6081362" y="1379063"/>
          <a:ext cx="275716" cy="10339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33936"/>
              </a:lnTo>
              <a:lnTo>
                <a:pt x="275716" y="103393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DEBAF4D-8D8F-4092-A954-0C7F15AE902D}">
      <dsp:nvSpPr>
        <dsp:cNvPr id="0" name=""/>
        <dsp:cNvSpPr/>
      </dsp:nvSpPr>
      <dsp:spPr>
        <a:xfrm>
          <a:off x="6357078" y="1723708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6397455" y="1764085"/>
        <a:ext cx="2124978" cy="1297828"/>
      </dsp:txXfrm>
    </dsp:sp>
    <dsp:sp modelId="{806B75C1-4C46-4B8E-9CE6-18E25F711339}">
      <dsp:nvSpPr>
        <dsp:cNvPr id="0" name=""/>
        <dsp:cNvSpPr/>
      </dsp:nvSpPr>
      <dsp:spPr>
        <a:xfrm>
          <a:off x="6081362" y="1379063"/>
          <a:ext cx="275716" cy="27571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57165"/>
              </a:lnTo>
              <a:lnTo>
                <a:pt x="275716" y="2757165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EFF3AFD-B1E3-4F9D-8AAF-35DCE9D25457}">
      <dsp:nvSpPr>
        <dsp:cNvPr id="0" name=""/>
        <dsp:cNvSpPr/>
      </dsp:nvSpPr>
      <dsp:spPr>
        <a:xfrm>
          <a:off x="6357078" y="3446936"/>
          <a:ext cx="2205732" cy="137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055" tIns="39370" rIns="59055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6397455" y="3487313"/>
        <a:ext cx="2124978" cy="129782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D1FDD7-DA14-4232-BDF0-6E1CAE4ED092}">
      <dsp:nvSpPr>
        <dsp:cNvPr id="0" name=""/>
        <dsp:cNvSpPr/>
      </dsp:nvSpPr>
      <dsp:spPr>
        <a:xfrm>
          <a:off x="4733044" y="307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Idea</a:t>
          </a:r>
        </a:p>
      </dsp:txBody>
      <dsp:txXfrm>
        <a:off x="4946257" y="213520"/>
        <a:ext cx="1029485" cy="1029485"/>
      </dsp:txXfrm>
    </dsp:sp>
    <dsp:sp modelId="{3F1E6E0A-4E30-4584-AB14-0854EEE7770E}">
      <dsp:nvSpPr>
        <dsp:cNvPr id="0" name=""/>
        <dsp:cNvSpPr/>
      </dsp:nvSpPr>
      <dsp:spPr>
        <a:xfrm rot="2160000">
          <a:off x="6143382" y="1119621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6154522" y="1183610"/>
        <a:ext cx="272204" cy="294822"/>
      </dsp:txXfrm>
    </dsp:sp>
    <dsp:sp modelId="{3D9D0C5C-EB3D-4EF4-B13F-A4A1C922AD77}">
      <dsp:nvSpPr>
        <dsp:cNvPr id="0" name=""/>
        <dsp:cNvSpPr/>
      </dsp:nvSpPr>
      <dsp:spPr>
        <a:xfrm>
          <a:off x="6504481" y="1287332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Plan</a:t>
          </a:r>
        </a:p>
      </dsp:txBody>
      <dsp:txXfrm>
        <a:off x="6717694" y="1500545"/>
        <a:ext cx="1029485" cy="1029485"/>
      </dsp:txXfrm>
    </dsp:sp>
    <dsp:sp modelId="{6411B9E6-AC5D-4F08-AF2B-28F756CA0998}">
      <dsp:nvSpPr>
        <dsp:cNvPr id="0" name=""/>
        <dsp:cNvSpPr/>
      </dsp:nvSpPr>
      <dsp:spPr>
        <a:xfrm rot="6480000">
          <a:off x="6703091" y="2800360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10800000">
        <a:off x="6779445" y="2843159"/>
        <a:ext cx="272204" cy="294822"/>
      </dsp:txXfrm>
    </dsp:sp>
    <dsp:sp modelId="{36E86C8C-B50F-4AFF-A161-D56945049EA6}">
      <dsp:nvSpPr>
        <dsp:cNvPr id="0" name=""/>
        <dsp:cNvSpPr/>
      </dsp:nvSpPr>
      <dsp:spPr>
        <a:xfrm>
          <a:off x="5827852" y="3369781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Execute</a:t>
          </a:r>
        </a:p>
      </dsp:txBody>
      <dsp:txXfrm>
        <a:off x="6041065" y="3582994"/>
        <a:ext cx="1029485" cy="1029485"/>
      </dsp:txXfrm>
    </dsp:sp>
    <dsp:sp modelId="{FE6D5C23-5581-4D35-9D5E-15060DE81448}">
      <dsp:nvSpPr>
        <dsp:cNvPr id="0" name=""/>
        <dsp:cNvSpPr/>
      </dsp:nvSpPr>
      <dsp:spPr>
        <a:xfrm rot="10800000">
          <a:off x="5277573" y="3852051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10800000">
        <a:off x="5394232" y="3950325"/>
        <a:ext cx="272204" cy="294822"/>
      </dsp:txXfrm>
    </dsp:sp>
    <dsp:sp modelId="{5729C66D-7FE3-44F2-9E8F-0306F2CDA3AC}">
      <dsp:nvSpPr>
        <dsp:cNvPr id="0" name=""/>
        <dsp:cNvSpPr/>
      </dsp:nvSpPr>
      <dsp:spPr>
        <a:xfrm>
          <a:off x="3638236" y="3369781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Review</a:t>
          </a:r>
        </a:p>
      </dsp:txBody>
      <dsp:txXfrm>
        <a:off x="3851449" y="3582994"/>
        <a:ext cx="1029485" cy="1029485"/>
      </dsp:txXfrm>
    </dsp:sp>
    <dsp:sp modelId="{83916250-02E7-4CC4-90DC-15ED29D797B5}">
      <dsp:nvSpPr>
        <dsp:cNvPr id="0" name=""/>
        <dsp:cNvSpPr/>
      </dsp:nvSpPr>
      <dsp:spPr>
        <a:xfrm rot="15120000">
          <a:off x="3836846" y="2821294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10800000">
        <a:off x="3913200" y="2975043"/>
        <a:ext cx="272204" cy="294822"/>
      </dsp:txXfrm>
    </dsp:sp>
    <dsp:sp modelId="{81EE6246-BFF1-439B-82C8-16521A9E3B22}">
      <dsp:nvSpPr>
        <dsp:cNvPr id="0" name=""/>
        <dsp:cNvSpPr/>
      </dsp:nvSpPr>
      <dsp:spPr>
        <a:xfrm>
          <a:off x="2961607" y="1287332"/>
          <a:ext cx="1455911" cy="14559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Improve</a:t>
          </a:r>
        </a:p>
      </dsp:txBody>
      <dsp:txXfrm>
        <a:off x="3174820" y="1500545"/>
        <a:ext cx="1029485" cy="1029485"/>
      </dsp:txXfrm>
    </dsp:sp>
    <dsp:sp modelId="{C425D504-CD43-4AD4-A977-B7E79351B53B}">
      <dsp:nvSpPr>
        <dsp:cNvPr id="0" name=""/>
        <dsp:cNvSpPr/>
      </dsp:nvSpPr>
      <dsp:spPr>
        <a:xfrm rot="19440000">
          <a:off x="4371945" y="1132559"/>
          <a:ext cx="388863" cy="491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383085" y="1265118"/>
        <a:ext cx="272204" cy="29482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CFB00B-BF3E-4389-9568-FFCE2BEACA1A}">
      <dsp:nvSpPr>
        <dsp:cNvPr id="0" name=""/>
        <dsp:cNvSpPr/>
      </dsp:nvSpPr>
      <dsp:spPr>
        <a:xfrm>
          <a:off x="0" y="194468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1</a:t>
          </a:r>
        </a:p>
      </dsp:txBody>
      <dsp:txXfrm>
        <a:off x="0" y="194468"/>
        <a:ext cx="3413125" cy="2047875"/>
      </dsp:txXfrm>
    </dsp:sp>
    <dsp:sp modelId="{AF91FF73-FFAD-4A0B-A252-C7E86A0D553E}">
      <dsp:nvSpPr>
        <dsp:cNvPr id="0" name=""/>
        <dsp:cNvSpPr/>
      </dsp:nvSpPr>
      <dsp:spPr>
        <a:xfrm>
          <a:off x="3754437" y="194468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2</a:t>
          </a:r>
        </a:p>
      </dsp:txBody>
      <dsp:txXfrm>
        <a:off x="3754437" y="194468"/>
        <a:ext cx="3413125" cy="2047875"/>
      </dsp:txXfrm>
    </dsp:sp>
    <dsp:sp modelId="{DAF86D26-EA50-42DB-964B-F62275B3A11A}">
      <dsp:nvSpPr>
        <dsp:cNvPr id="0" name=""/>
        <dsp:cNvSpPr/>
      </dsp:nvSpPr>
      <dsp:spPr>
        <a:xfrm>
          <a:off x="7508875" y="194468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3</a:t>
          </a:r>
        </a:p>
      </dsp:txBody>
      <dsp:txXfrm>
        <a:off x="7508875" y="194468"/>
        <a:ext cx="3413125" cy="2047875"/>
      </dsp:txXfrm>
    </dsp:sp>
    <dsp:sp modelId="{C7260A02-F01E-437C-B2C3-E89370239EAB}">
      <dsp:nvSpPr>
        <dsp:cNvPr id="0" name=""/>
        <dsp:cNvSpPr/>
      </dsp:nvSpPr>
      <dsp:spPr>
        <a:xfrm>
          <a:off x="1877218" y="2583656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kern="1200"/>
            <a:t>Requirement 4</a:t>
          </a:r>
        </a:p>
      </dsp:txBody>
      <dsp:txXfrm>
        <a:off x="1877218" y="2583656"/>
        <a:ext cx="3413125" cy="2047875"/>
      </dsp:txXfrm>
    </dsp:sp>
    <dsp:sp modelId="{8FF10066-9DBB-4CBE-880C-516A7F5D7339}">
      <dsp:nvSpPr>
        <dsp:cNvPr id="0" name=""/>
        <dsp:cNvSpPr/>
      </dsp:nvSpPr>
      <dsp:spPr>
        <a:xfrm>
          <a:off x="5631656" y="2583656"/>
          <a:ext cx="3413125" cy="20478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300" kern="1200"/>
        </a:p>
      </dsp:txBody>
      <dsp:txXfrm>
        <a:off x="5631656" y="2583656"/>
        <a:ext cx="3413125" cy="20478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IncreasingCircleProcess">
  <dgm:title val=""/>
  <dgm:desc val=""/>
  <dgm:catLst>
    <dgm:cat type="list" pri="8300"/>
    <dgm:cat type="process" pri="43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clrData>
  <dgm:layoutNode name="Name0">
    <dgm:varLst>
      <dgm:chMax val="7"/>
      <dgm:chPref val="7"/>
      <dgm:dir/>
      <dgm:animOne val="branch"/>
      <dgm:animLvl val="lvl"/>
    </dgm:varLst>
    <dgm:choose name="Name1">
      <dgm:if name="Name2" func="var" arg="dir" op="equ" val="norm">
        <dgm:alg type="lin">
          <dgm:param type="linDir" val="fromL"/>
          <dgm:param type="horzAlign" val="ctr"/>
          <dgm:param type="vertAlign" val="t"/>
        </dgm:alg>
      </dgm:if>
      <dgm:else name="Name3">
        <dgm:alg type="lin">
          <dgm:param type="linDir" val="fromR"/>
          <dgm:param type="horzAlign" val="ctr"/>
          <dgm:param type="vertAlign" val="t"/>
        </dgm:alg>
      </dgm:else>
    </dgm:choose>
    <dgm:shape xmlns:r="http://schemas.openxmlformats.org/officeDocument/2006/relationships" r:blip="">
      <dgm:adjLst/>
    </dgm:shape>
    <dgm:constrLst>
      <dgm:constr type="primFontSz" for="des" forName="Child" val="65"/>
      <dgm:constr type="primFontSz" for="des" forName="Parent" val="65"/>
      <dgm:constr type="primFontSz" for="des" forName="Child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05"/>
      <dgm:constr type="w" for="ch" forName="sibTrans" refType="h" refFor="ch" refForName="composite" op="equ" fact="0.04"/>
    </dgm:constrLst>
    <dgm:forEach name="nodesForEach" axis="ch" ptType="node" cnt="7">
      <dgm:layoutNode name="composite">
        <dgm:alg type="composite">
          <dgm:param type="ar" val="0.8"/>
        </dgm:alg>
        <dgm:choose name="Name4">
          <dgm:if name="Name5" func="var" arg="dir" op="equ" val="norm">
            <dgm:constrLst>
              <dgm:constr type="l" for="ch" forName="Child" refType="w" fact="0.29"/>
              <dgm:constr type="t" for="ch" forName="Child" refType="h" fact="0.192"/>
              <dgm:constr type="w" for="ch" forName="Child" refType="w" fact="0.71"/>
              <dgm:constr type="h" for="ch" forName="Child" refType="h" fact="0.808"/>
              <dgm:constr type="l" for="ch" forName="Parent" refType="w" fact="0.29"/>
              <dgm:constr type="t" for="ch" forName="Parent" refType="h" fact="0"/>
              <dgm:constr type="w" for="ch" forName="Parent" refType="w" fact="0.71"/>
              <dgm:constr type="h" for="ch" forName="Parent" refType="h" fact="0.192"/>
              <dgm:constr type="l" for="ch" forName="BackAccent" refType="w" fact="0"/>
              <dgm:constr type="t" for="ch" forName="BackAccent" refType="h" fact="0"/>
              <dgm:constr type="w" for="ch" forName="BackAccent" refType="w" fact="0.24"/>
              <dgm:constr type="h" for="ch" forName="BackAccent" refType="h" fact="0.192"/>
              <dgm:constr type="l" for="ch" forName="Accent" refType="w" fact="0.024"/>
              <dgm:constr type="t" for="ch" forName="Accent" refType="h" fact="0.0192"/>
              <dgm:constr type="w" for="ch" forName="Accent" refType="w" fact="0.192"/>
              <dgm:constr type="h" for="ch" forName="Accent" refType="h" fact="0.1536"/>
            </dgm:constrLst>
          </dgm:if>
          <dgm:else name="Name6">
            <dgm:constrLst>
              <dgm:constr type="r" for="ch" forName="Child" refType="w" fact="0.71"/>
              <dgm:constr type="t" for="ch" forName="Child" refType="h" fact="0.192"/>
              <dgm:constr type="w" for="ch" forName="Child" refType="w" fact="0.71"/>
              <dgm:constr type="h" for="ch" forName="Child" refType="h" fact="0.808"/>
              <dgm:constr type="r" for="ch" forName="Parent" refType="w" fact="0.71"/>
              <dgm:constr type="t" for="ch" forName="Parent" refType="h" fact="0"/>
              <dgm:constr type="w" for="ch" forName="Parent" refType="w" fact="0.71"/>
              <dgm:constr type="h" for="ch" forName="Parent" refType="h" fact="0.192"/>
              <dgm:constr type="r" for="ch" forName="BackAccent" refType="w"/>
              <dgm:constr type="t" for="ch" forName="BackAccent" refType="h" fact="0"/>
              <dgm:constr type="w" for="ch" forName="BackAccent" refType="w" fact="0.24"/>
              <dgm:constr type="h" for="ch" forName="BackAccent" refType="h" fact="0.192"/>
              <dgm:constr type="r" for="ch" forName="Accent" refType="w" fact="0.976"/>
              <dgm:constr type="t" for="ch" forName="Accent" refType="h" fact="0.0192"/>
              <dgm:constr type="w" for="ch" forName="Accent" refType="w" fact="0.192"/>
              <dgm:constr type="h" for="ch" forName="Accent" refType="h" fact="0.1536"/>
            </dgm:constrLst>
          </dgm:else>
        </dgm:choose>
        <dgm:layoutNode name="BackAccent" styleLbl="bgShp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Accent" styleLbl="alignNode1">
          <dgm:alg type="sp"/>
          <dgm:choose name="Name7">
            <dgm:if name="Name8" axis="precedSib" ptType="node" func="cnt" op="equ" val="0">
              <dgm:choose name="Name9">
                <dgm:if name="Name10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11" axis="followSib" ptType="node" func="cnt" op="equ" val="1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if name="Name12" axis="followSib" ptType="node" func="cnt" op="equ" val="2">
                  <dgm:shape xmlns:r="http://schemas.openxmlformats.org/officeDocument/2006/relationships" type="chord" r:blip="">
                    <dgm:adjLst>
                      <dgm:adj idx="1" val="19.4712"/>
                      <dgm:adj idx="2" val="160.5288"/>
                    </dgm:adjLst>
                  </dgm:shape>
                </dgm:if>
                <dgm:if name="Name13" axis="followSib" ptType="node" func="cnt" op="equ" val="3">
                  <dgm:shape xmlns:r="http://schemas.openxmlformats.org/officeDocument/2006/relationships" type="chord" r:blip="">
                    <dgm:adjLst>
                      <dgm:adj idx="1" val="30"/>
                      <dgm:adj idx="2" val="150"/>
                    </dgm:adjLst>
                  </dgm:shape>
                </dgm:if>
                <dgm:if name="Name14" axis="followSib" ptType="node" func="cnt" op="equ" val="4">
                  <dgm:shape xmlns:r="http://schemas.openxmlformats.org/officeDocument/2006/relationships" type="chord" r:blip="">
                    <dgm:adjLst>
                      <dgm:adj idx="1" val="38.8699"/>
                      <dgm:adj idx="2" val="143.1301"/>
                    </dgm:adjLst>
                  </dgm:shape>
                </dgm:if>
                <dgm:if name="Name15" axis="followSib" ptType="node" func="cnt" op="equ" val="5">
                  <dgm:shape xmlns:r="http://schemas.openxmlformats.org/officeDocument/2006/relationships" type="chord" r:blip="">
                    <dgm:adjLst>
                      <dgm:adj idx="1" val="41.8103"/>
                      <dgm:adj idx="2" val="138.1897"/>
                    </dgm:adjLst>
                  </dgm:shape>
                </dgm:if>
                <dgm:else name="Name16">
                  <dgm:shape xmlns:r="http://schemas.openxmlformats.org/officeDocument/2006/relationships" type="chord" r:blip="">
                    <dgm:adjLst>
                      <dgm:adj idx="1" val="45.5847"/>
                      <dgm:adj idx="2" val="134.4153"/>
                    </dgm:adjLst>
                  </dgm:shape>
                </dgm:else>
              </dgm:choose>
            </dgm:if>
            <dgm:if name="Name17" axis="precedSib" ptType="node" func="cnt" op="equ" val="1">
              <dgm:choose name="Name18">
                <dgm:if name="Name19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20" axis="followSib" ptType="node" func="cnt" op="equ" val="1">
                  <dgm:shape xmlns:r="http://schemas.openxmlformats.org/officeDocument/2006/relationships" type="chord" r:blip="">
                    <dgm:adjLst>
                      <dgm:adj idx="1" val="-19.4712"/>
                      <dgm:adj idx="2" val="-160.5288"/>
                    </dgm:adjLst>
                  </dgm:shape>
                </dgm:if>
                <dgm:if name="Name21" axis="followSib" ptType="node" func="cnt" op="equ" val="2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if name="Name22" axis="followSib" ptType="node" func="cnt" op="equ" val="3">
                  <dgm:shape xmlns:r="http://schemas.openxmlformats.org/officeDocument/2006/relationships" type="chord" r:blip="">
                    <dgm:adjLst>
                      <dgm:adj idx="1" val="11.537"/>
                      <dgm:adj idx="2" val="168.463"/>
                    </dgm:adjLst>
                  </dgm:shape>
                </dgm:if>
                <dgm:if name="Name23" axis="followSib" ptType="node" func="cnt" op="equ" val="4">
                  <dgm:shape xmlns:r="http://schemas.openxmlformats.org/officeDocument/2006/relationships" type="chord" r:blip="">
                    <dgm:adjLst>
                      <dgm:adj idx="1" val="19.4712"/>
                      <dgm:adj idx="2" val="160.5288"/>
                    </dgm:adjLst>
                  </dgm:shape>
                </dgm:if>
                <dgm:else name="Name24">
                  <dgm:shape xmlns:r="http://schemas.openxmlformats.org/officeDocument/2006/relationships" type="chord" r:blip="">
                    <dgm:adjLst>
                      <dgm:adj idx="1" val="25.3769"/>
                      <dgm:adj idx="2" val="154.6231"/>
                    </dgm:adjLst>
                  </dgm:shape>
                </dgm:else>
              </dgm:choose>
            </dgm:if>
            <dgm:if name="Name25" axis="precedSib" ptType="node" func="cnt" op="equ" val="2">
              <dgm:choose name="Name26">
                <dgm:if name="Name27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28" axis="followSib" ptType="node" func="cnt" op="equ" val="1">
                  <dgm:shape xmlns:r="http://schemas.openxmlformats.org/officeDocument/2006/relationships" type="chord" r:blip="">
                    <dgm:adjLst>
                      <dgm:adj idx="1" val="-30"/>
                      <dgm:adj idx="2" val="-150"/>
                    </dgm:adjLst>
                  </dgm:shape>
                </dgm:if>
                <dgm:if name="Name29" axis="followSib" ptType="node" func="cnt" op="equ" val="2">
                  <dgm:shape xmlns:r="http://schemas.openxmlformats.org/officeDocument/2006/relationships" type="chord" r:blip="">
                    <dgm:adjLst>
                      <dgm:adj idx="1" val="-11.537"/>
                      <dgm:adj idx="2" val="-168.463"/>
                    </dgm:adjLst>
                  </dgm:shape>
                </dgm:if>
                <dgm:if name="Name30" axis="followSib" ptType="node" func="cnt" op="equ" val="3">
                  <dgm:shape xmlns:r="http://schemas.openxmlformats.org/officeDocument/2006/relationships" type="chord" r:blip="">
                    <dgm:adjLst>
                      <dgm:adj idx="1" val="0"/>
                      <dgm:adj idx="2" val="180"/>
                    </dgm:adjLst>
                  </dgm:shape>
                </dgm:if>
                <dgm:else name="Name31">
                  <dgm:shape xmlns:r="http://schemas.openxmlformats.org/officeDocument/2006/relationships" type="chord" r:blip="">
                    <dgm:adjLst>
                      <dgm:adj idx="1" val="8.2133"/>
                      <dgm:adj idx="2" val="171.7867"/>
                    </dgm:adjLst>
                  </dgm:shape>
                </dgm:else>
              </dgm:choose>
            </dgm:if>
            <dgm:if name="Name32" axis="precedSib" ptType="node" func="cnt" op="equ" val="3">
              <dgm:choose name="Name33">
                <dgm:if name="Name34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35" axis="followSib" ptType="node" func="cnt" op="equ" val="1">
                  <dgm:shape xmlns:r="http://schemas.openxmlformats.org/officeDocument/2006/relationships" type="chord" r:blip="">
                    <dgm:adjLst>
                      <dgm:adj idx="1" val="-38.8699"/>
                      <dgm:adj idx="2" val="-143.1301"/>
                    </dgm:adjLst>
                  </dgm:shape>
                </dgm:if>
                <dgm:if name="Name36" axis="followSib" ptType="node" func="cnt" op="equ" val="2">
                  <dgm:shape xmlns:r="http://schemas.openxmlformats.org/officeDocument/2006/relationships" type="chord" r:blip="">
                    <dgm:adjLst>
                      <dgm:adj idx="1" val="-19.4712"/>
                      <dgm:adj idx="2" val="-160.5288"/>
                    </dgm:adjLst>
                  </dgm:shape>
                </dgm:if>
                <dgm:else name="Name37">
                  <dgm:shape xmlns:r="http://schemas.openxmlformats.org/officeDocument/2006/relationships" type="chord" r:blip="">
                    <dgm:adjLst>
                      <dgm:adj idx="1" val="-8.2133"/>
                      <dgm:adj idx="2" val="-171.7867"/>
                    </dgm:adjLst>
                  </dgm:shape>
                </dgm:else>
              </dgm:choose>
            </dgm:if>
            <dgm:if name="Name38" axis="precedSib" ptType="node" func="cnt" op="equ" val="4">
              <dgm:choose name="Name39">
                <dgm:if name="Name40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if name="Name41" axis="followSib" ptType="node" func="cnt" op="equ" val="1">
                  <dgm:shape xmlns:r="http://schemas.openxmlformats.org/officeDocument/2006/relationships" type="chord" r:blip="">
                    <dgm:adjLst>
                      <dgm:adj idx="1" val="-41.8103"/>
                      <dgm:adj idx="2" val="-138.1897"/>
                    </dgm:adjLst>
                  </dgm:shape>
                </dgm:if>
                <dgm:else name="Name42">
                  <dgm:shape xmlns:r="http://schemas.openxmlformats.org/officeDocument/2006/relationships" type="chord" r:blip="">
                    <dgm:adjLst>
                      <dgm:adj idx="1" val="-25.3769"/>
                      <dgm:adj idx="2" val="-154.6231"/>
                    </dgm:adjLst>
                  </dgm:shape>
                </dgm:else>
              </dgm:choose>
            </dgm:if>
            <dgm:if name="Name43" axis="precedSib" ptType="node" func="cnt" op="equ" val="5">
              <dgm:choose name="Name44">
                <dgm:if name="Name45" axis="followSib" ptType="node" func="cnt" op="equ" val="0">
                  <dgm:shape xmlns:r="http://schemas.openxmlformats.org/officeDocument/2006/relationships" type="chord" r:blip="">
                    <dgm:adjLst>
                      <dgm:adj idx="1" val="-90"/>
                      <dgm:adj idx="2" val="-90"/>
                    </dgm:adjLst>
                  </dgm:shape>
                </dgm:if>
                <dgm:else name="Name46">
                  <dgm:shape xmlns:r="http://schemas.openxmlformats.org/officeDocument/2006/relationships" type="chord" r:blip="">
                    <dgm:adjLst>
                      <dgm:adj idx="1" val="-45.5847"/>
                      <dgm:adj idx="2" val="-134.4153"/>
                    </dgm:adjLst>
                  </dgm:shape>
                </dgm:else>
              </dgm:choose>
            </dgm:if>
            <dgm:else name="Name47">
              <dgm:shape xmlns:r="http://schemas.openxmlformats.org/officeDocument/2006/relationships" type="chord" r:blip="">
                <dgm:adjLst>
                  <dgm:adj idx="1" val="-90"/>
                  <dgm:adj idx="2" val="-90"/>
                </dgm:adjLst>
              </dgm:shape>
            </dgm:else>
          </dgm:choose>
          <dgm:presOf/>
        </dgm:layoutNode>
        <dgm:layoutNode name="Child" styleLbl="revTx">
          <dgm:varLst>
            <dgm:chMax val="0"/>
            <dgm:chPref val="0"/>
            <dgm:bulletEnabled val="1"/>
          </dgm:varLst>
          <dgm:choose name="Name48">
            <dgm:if name="Name49" func="var" arg="dir" op="equ" val="norm">
              <dgm:alg type="tx">
                <dgm:param type="parTxLTRAlign" val="l"/>
                <dgm:param type="parTxRTLAlign" val="l"/>
                <dgm:param type="txAnchorVert" val="t"/>
              </dgm:alg>
            </dgm:if>
            <dgm:else name="Name50">
              <dgm:alg type="tx">
                <dgm:param type="parTxLTRAlign" val="r"/>
                <dgm:param type="parTxRTLAlign" val="r"/>
                <dgm:param type="txAnchorVert" val="t"/>
              </dgm:alg>
            </dgm:else>
          </dgm:choose>
          <dgm:choose name="Name51">
            <dgm:if name="Name52" axis="ch" ptType="node" func="cnt" op="gte" val="1">
              <dgm:shape xmlns:r="http://schemas.openxmlformats.org/officeDocument/2006/relationships" type="rect" r:blip="">
                <dgm:adjLst/>
              </dgm:shape>
            </dgm:if>
            <dgm:else name="Name53">
              <dgm:shape xmlns:r="http://schemas.openxmlformats.org/officeDocument/2006/relationships" type="rect" r:blip="" hideGeom="1">
                <dgm:adjLst/>
              </dgm:shape>
            </dgm:else>
          </dgm:choose>
          <dgm:choose name="Name54">
            <dgm:if name="Name55" axis="ch" ptType="node" func="cnt" op="gte" val="1">
              <dgm:presOf axis="des" ptType="node"/>
            </dgm:if>
            <dgm:else name="Name56">
              <dgm:presOf/>
            </dgm:else>
          </dgm:choose>
          <dgm:constrLst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Parent" styleLbl="revTx">
          <dgm:varLst>
            <dgm:chMax val="1"/>
            <dgm:chPref val="1"/>
            <dgm:bulletEnabled val="1"/>
          </dgm:varLst>
          <dgm:choose name="Name57">
            <dgm:if name="Name58" func="var" arg="dir" op="equ" val="norm">
              <dgm:alg type="tx">
                <dgm:param type="parTxLTRAlign" val="l"/>
                <dgm:param type="parTxRTLAlign" val="l"/>
                <dgm:param type="shpTxLTRAlignCh" val="l"/>
                <dgm:param type="shpTxRTLAlignCh" val="l"/>
                <dgm:param type="txAnchorVert" val="b"/>
                <dgm:param type="txAnchorVertCh" val="b"/>
              </dgm:alg>
            </dgm:if>
            <dgm:else name="Name59">
              <dgm:alg type="tx">
                <dgm:param type="parTxLTRAlign" val="r"/>
                <dgm:param type="parTxRTLAlign" val="r"/>
                <dgm:param type="shpTxLTRAlignCh" val="r"/>
                <dgm:param type="shpTxRTLAlignCh" val="r"/>
                <dgm:param type="txAnchorVert" val="b"/>
                <dgm:param type="txAnchorVertCh" val="b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5A096-5F67-8F7F-B075-F5C0D5258C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EB96B5-1720-12E8-7503-9AD95CEB17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33C64-8E18-AD9E-713D-6014F4B47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18C29F-3102-BB91-86D0-C5E015C6E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C5BF0-6C74-65AE-D499-CF95DB8FF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881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68989-33C8-6F8E-3914-351C2BECB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43F20-6435-DBDD-07A7-EFE6DCE0B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2EB4CB-8437-8B0B-D093-5D9D05865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D6B81-F38B-BCF6-4631-C006A5EE8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A6790-E259-794C-B763-3B41CA550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460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51779-2D50-91D0-6422-13F22E928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2FC370-5117-9D12-EABC-990773313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886747-B730-CB2B-5088-34A1CDF37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8A3F50-82D4-4A6A-318F-A187E0CB2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2A62D9-49A2-8E92-0FDB-22D523EA7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763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24490-7924-9BE7-1406-F115032A0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46F9B-FB49-ECC1-5A30-BAA30D3D1B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CB4D03-0522-2FD2-3520-0C7F8D20E6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B1AD9B-04F2-19F2-86F4-D227B578C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B0552E-3645-7FE2-B048-61D7FC545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B97A6A-EE39-BCED-C64F-747DD4E62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023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C1AE0-122B-7DF4-FBF1-81D8AA893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131C0A-C4F7-42B3-A97B-DFC4286408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CDB4E-CB4D-4182-1F94-E0F6B30567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D674AA6-7576-706D-A843-8D02062908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95980A-884B-C74A-B271-6318CEC9CF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F409AB-83D6-F213-122F-DE59A980D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F9E065-7EA9-D8BB-3963-CE0B77FE5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99970C-3EE9-BFF4-0590-29122943E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6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80394-7848-BF1F-8083-9597D88A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8C9F9F-3B8C-FB77-4609-F39904833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DEDCED-BD31-F9FF-6608-04867CE90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FCB2FD-A032-4062-EF2A-7DDCF0188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507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5BB445-1973-EEF0-9567-09138AB28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3737E1-D254-E1F9-16DF-71689FD6F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80B3C-506E-BB4A-D629-10C8D644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416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3341A-0BD1-95F2-2A2D-21C661FE9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2BBDE8-7B49-25C9-C642-B6DAF54F8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FCA0E3-162C-1FD7-D420-E7D70DA74B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D8E10A-19CB-C3BF-E3FC-D2B57AFA9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C4A0E7-FBD7-7DD9-7BF5-BD51517D7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DF70E3-8ED1-E065-E793-6B232641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391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2822D-F8EA-B2C2-9901-4456A7FAA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72047C-8443-54E5-D007-CE9F2F97F0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0407A5-D5E9-C861-168D-E5EDD731F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EB7DD-A610-2B6A-A96A-EAC261BCD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1F8EF7-C935-D8DF-C95B-17BF62495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F1CA5F-D236-E175-7AD8-2D0D30BFD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218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CDC85-23DA-4B72-890C-B7A05CAC9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A1EE41-8410-4082-947C-CC016FAC6B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CB0EE5-9AA4-35C7-A8B8-134C789ED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286EA5-1C22-A9FC-0B20-EB70EFD7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41DD5B-87E7-1C68-2563-B4707EC3F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70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7920C4-6EC5-7276-0F5A-1C766CDC1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F0B9FD-0464-C8BD-4EE7-7AACCD192E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A8EC0-E884-A5BD-4C5A-4E7DEE504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A50232-51F6-3AB1-F553-BAA0BCB9E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D8782F-2D9C-A6A3-4800-2FD7D5598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627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66E9F8-6184-BF27-3EC5-7855CC357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E6FC6A-1F17-2496-7F25-7E0DE04F37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16260-5BD1-6EF9-57DB-0E5A9A12F0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BE6787-96E5-46B4-8176-34774709BEBC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ACD63F-75F0-EB95-B070-3F08842BEA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0C50C-A373-9FB3-3DA6-66D29B7724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603FE5-0D18-4F9B-8689-7F6F154FF6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A8854F-12AD-4A9D-EA1A-08A3DB8B9127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Process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169DE273-7F49-D9D4-EB64-645204C893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51217746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9079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3F3A23-3D36-9ED3-D907-ECDF6619891E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Hierarchy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F860175D-3AAF-2FEC-7BE9-8B74EF985C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8559345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18557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295E78-5AAA-4AC6-E128-C8E0E35B9F56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Cycle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84C2B9E-88B0-352F-F653-1DEF4B42A7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1517339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25521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B8FD8C-FA03-54F2-1F0D-59C99F74B618}"/>
              </a:ext>
            </a:extLst>
          </p:cNvPr>
          <p:cNvSpPr txBox="1"/>
          <p:nvPr/>
        </p:nvSpPr>
        <p:spPr>
          <a:xfrm>
            <a:off x="254000" y="76200"/>
            <a:ext cx="11684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/>
              <a:t>SmartArt Live - List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B018FAA-C365-A739-5618-A4C0EAB7033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9367445"/>
              </p:ext>
            </p:extLst>
          </p:nvPr>
        </p:nvGraphicFramePr>
        <p:xfrm>
          <a:off x="635000" y="635000"/>
          <a:ext cx="10922000" cy="4826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29326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</Words>
  <Application>Microsoft Office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The Band</dc:creator>
  <cp:lastModifiedBy>ALI The Band</cp:lastModifiedBy>
  <cp:revision>1</cp:revision>
  <dcterms:created xsi:type="dcterms:W3CDTF">2026-07-14T08:50:41Z</dcterms:created>
  <dcterms:modified xsi:type="dcterms:W3CDTF">2026-07-14T08:50:41Z</dcterms:modified>
</cp:coreProperties>
</file>