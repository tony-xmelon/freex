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5="http://schemas.microsoft.com/office/powerpoint/2012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EA1239-0974-48D4-AFF0-ABBD33113229}" type="doc">
      <dgm:prSet loTypeId="urn:microsoft.com/office/officeart/200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220F67-225B-49D5-BF7A-63A0FE699E16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CF1987E0-68A2-479A-B515-C1DF2FD29B61}" type="parTrans" cxnId="{8521CD2D-E8E8-4A55-B9FF-6ED58E101F2E}">
      <dgm:prSet/>
      <dgm:spPr/>
      <dgm:t>
        <a:bodyPr/>
        <a:lstStyle/>
        <a:p>
          <a:endParaRPr lang="en-US"/>
        </a:p>
      </dgm:t>
    </dgm:pt>
    <dgm:pt modelId="{01EB8EA9-2B2B-499D-ADB0-1293EA5788D0}" type="sibTrans" cxnId="{8521CD2D-E8E8-4A55-B9FF-6ED58E101F2E}">
      <dgm:prSet/>
      <dgm:spPr/>
      <dgm:t>
        <a:bodyPr/>
        <a:lstStyle/>
        <a:p>
          <a:endParaRPr lang="en-US"/>
        </a:p>
      </dgm:t>
    </dgm:pt>
    <dgm:pt modelId="{AB358EED-8F9D-42E6-9E79-2646EF142E59}">
      <dgm:prSet phldrT="[Text]"/>
      <dgm:spPr/>
      <dgm:t>
        <a:bodyPr/>
        <a:lstStyle/>
        <a:p>
          <a:r>
            <a:rPr lang="en-US"/>
            <a:t>Design</a:t>
          </a:r>
        </a:p>
      </dgm:t>
    </dgm:pt>
    <dgm:pt modelId="{C7C7C01E-9F2A-492C-B6EE-56503FDA06B1}" type="parTrans" cxnId="{C45B7451-782A-482D-A8C0-004498C9DD88}">
      <dgm:prSet/>
      <dgm:spPr/>
      <dgm:t>
        <a:bodyPr/>
        <a:lstStyle/>
        <a:p>
          <a:endParaRPr lang="en-US"/>
        </a:p>
      </dgm:t>
    </dgm:pt>
    <dgm:pt modelId="{444C5EC8-61EA-432E-A466-FFD362DDC5D8}" type="sibTrans" cxnId="{C45B7451-782A-482D-A8C0-004498C9DD88}">
      <dgm:prSet/>
      <dgm:spPr/>
      <dgm:t>
        <a:bodyPr/>
        <a:lstStyle/>
        <a:p>
          <a:endParaRPr lang="en-US"/>
        </a:p>
      </dgm:t>
    </dgm:pt>
    <dgm:pt modelId="{ED4B6ACA-F91D-4639-B9EC-E68C8AB65D7F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6996F5B5-3BEF-42AE-8B7E-F17FA5C825E1}" type="parTrans" cxnId="{3636B5AE-3036-4988-A8E2-1F9DCD0DE6C1}">
      <dgm:prSet/>
      <dgm:spPr/>
      <dgm:t>
        <a:bodyPr/>
        <a:lstStyle/>
        <a:p>
          <a:endParaRPr lang="en-US"/>
        </a:p>
      </dgm:t>
    </dgm:pt>
    <dgm:pt modelId="{C18A6758-54F8-47B1-8C57-30011164E9EE}" type="sibTrans" cxnId="{3636B5AE-3036-4988-A8E2-1F9DCD0DE6C1}">
      <dgm:prSet/>
      <dgm:spPr/>
      <dgm:t>
        <a:bodyPr/>
        <a:lstStyle/>
        <a:p>
          <a:endParaRPr lang="en-US"/>
        </a:p>
      </dgm:t>
    </dgm:pt>
    <dgm:pt modelId="{BCEA8A22-547E-48DE-9FD3-6B1F70AE1002}">
      <dgm:prSet phldrT="[Text]"/>
      <dgm:spPr/>
      <dgm:t>
        <a:bodyPr/>
        <a:lstStyle/>
        <a:p>
          <a:r>
            <a:rPr lang="en-US"/>
            <a:t>Test</a:t>
          </a:r>
        </a:p>
      </dgm:t>
    </dgm:pt>
    <dgm:pt modelId="{08BAC67C-CB05-4D45-9FF7-CDD5B4351B0C}" type="parTrans" cxnId="{C91018F1-3926-4988-84D7-52D8738A3DF0}">
      <dgm:prSet/>
      <dgm:spPr/>
      <dgm:t>
        <a:bodyPr/>
        <a:lstStyle/>
        <a:p>
          <a:endParaRPr lang="en-US"/>
        </a:p>
      </dgm:t>
    </dgm:pt>
    <dgm:pt modelId="{F38514CF-5BDC-4B4C-A82C-07DB8F596FD9}" type="sibTrans" cxnId="{C91018F1-3926-4988-84D7-52D8738A3DF0}">
      <dgm:prSet/>
      <dgm:spPr/>
      <dgm:t>
        <a:bodyPr/>
        <a:lstStyle/>
        <a:p>
          <a:endParaRPr lang="en-US"/>
        </a:p>
      </dgm:t>
    </dgm:pt>
    <dgm:pt modelId="{FAD1E529-6AC8-444B-8390-19FF43A2B91E}">
      <dgm:prSet phldrT="[Text]"/>
      <dgm:spPr/>
      <dgm:t>
        <a:bodyPr/>
        <a:lstStyle/>
        <a:p>
          <a:r>
            <a:rPr lang="en-US"/>
            <a:t>Deploy</a:t>
          </a:r>
        </a:p>
      </dgm:t>
    </dgm:pt>
    <dgm:pt modelId="{E012A1C0-1694-45CF-9ED9-FB1DB1C626E1}" type="parTrans" cxnId="{294AE5AA-A60E-495E-A2D1-184926FC4807}">
      <dgm:prSet/>
      <dgm:spPr/>
      <dgm:t>
        <a:bodyPr/>
        <a:lstStyle/>
        <a:p>
          <a:endParaRPr lang="en-US"/>
        </a:p>
      </dgm:t>
    </dgm:pt>
    <dgm:pt modelId="{DD3978C5-E1EE-46C1-80EC-ACF2C96CF9A0}" type="sibTrans" cxnId="{294AE5AA-A60E-495E-A2D1-184926FC4807}">
      <dgm:prSet/>
      <dgm:spPr/>
      <dgm:t>
        <a:bodyPr/>
        <a:lstStyle/>
        <a:p>
          <a:endParaRPr lang="en-US"/>
        </a:p>
      </dgm:t>
    </dgm:pt>
    <dgm:pt modelId="{02564C59-A5B8-4EBA-9AE9-21E4A9097239}">
      <dgm:prSet phldrT="[Text]" phldr="1"/>
      <dgm:spPr/>
      <dgm:t>
        <a:bodyPr/>
        <a:lstStyle/>
        <a:p>
          <a:endParaRPr lang="en-US"/>
        </a:p>
      </dgm:t>
    </dgm:pt>
    <dgm:pt modelId="{8D94D2BD-28B1-474D-B35D-D116B9A105A1}" type="parTrans" cxnId="{FC811792-716D-46A2-9783-D6EB53B4A807}">
      <dgm:prSet/>
      <dgm:spPr/>
      <dgm:t>
        <a:bodyPr/>
        <a:lstStyle/>
        <a:p>
          <a:endParaRPr lang="en-US"/>
        </a:p>
      </dgm:t>
    </dgm:pt>
    <dgm:pt modelId="{FB43580F-B8B9-4AC0-BC8B-47F7A1AA1C5E}" type="sibTrans" cxnId="{FC811792-716D-46A2-9783-D6EB53B4A807}">
      <dgm:prSet/>
      <dgm:spPr/>
      <dgm:t>
        <a:bodyPr/>
        <a:lstStyle/>
        <a:p>
          <a:endParaRPr lang="en-US"/>
        </a:p>
      </dgm:t>
    </dgm:pt>
    <dgm:pt modelId="{C2DD7C04-B7AD-486E-9ED9-FF51F4EBB2E6}" type="pres">
      <dgm:prSet presAssocID="{43EA1239-0974-48D4-AFF0-ABBD33113229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</dgm:pt>
    <dgm:pt modelId="{89DE6CC1-B6FC-476E-8CE9-5FAB259AA212}" type="pres">
      <dgm:prSet presAssocID="{EF220F67-225B-49D5-BF7A-63A0FE699E16}" presName="composite" presStyleCnt="0"/>
      <dgm:spPr/>
    </dgm:pt>
    <dgm:pt modelId="{0A63CCF7-29ED-4A86-86D2-B639C6C08237}" type="pres">
      <dgm:prSet presAssocID="{EF220F67-225B-49D5-BF7A-63A0FE699E16}" presName="BackAccent" presStyleLbl="bgShp" presStyleIdx="0" presStyleCnt="3"/>
      <dgm:spPr/>
    </dgm:pt>
    <dgm:pt modelId="{951C8AD8-ED0A-4AEB-95BF-779555B8E3B3}" type="pres">
      <dgm:prSet presAssocID="{EF220F67-225B-49D5-BF7A-63A0FE699E16}" presName="Accent" presStyleLbl="alignNode1" presStyleIdx="0" presStyleCnt="3"/>
      <dgm:spPr/>
    </dgm:pt>
    <dgm:pt modelId="{028006D8-83A9-47CE-991F-38C4FA6049C4}" type="pres">
      <dgm:prSet presAssocID="{EF220F67-225B-49D5-BF7A-63A0FE699E16}" presName="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7B06A82D-EBEB-49EB-944C-2F27EECE9191}" type="pres">
      <dgm:prSet presAssocID="{EF220F67-225B-49D5-BF7A-63A0FE699E16}" presName="Parent" presStyleLbl="revTx" presStyleIdx="1" presStyleCnt="6">
        <dgm:presLayoutVars>
          <dgm:chMax val="1"/>
          <dgm:chPref val="1"/>
          <dgm:bulletEnabled val="1"/>
        </dgm:presLayoutVars>
      </dgm:prSet>
      <dgm:spPr/>
    </dgm:pt>
    <dgm:pt modelId="{DF2676C4-B1BD-4029-9743-AC03863C822B}" type="pres">
      <dgm:prSet presAssocID="{01EB8EA9-2B2B-499D-ADB0-1293EA5788D0}" presName="sibTrans" presStyleCnt="0"/>
      <dgm:spPr/>
    </dgm:pt>
    <dgm:pt modelId="{E232C9FA-0C9E-4F55-A90A-5E7050488391}" type="pres">
      <dgm:prSet presAssocID="{ED4B6ACA-F91D-4639-B9EC-E68C8AB65D7F}" presName="composite" presStyleCnt="0"/>
      <dgm:spPr/>
    </dgm:pt>
    <dgm:pt modelId="{64DAE972-6213-483F-B470-EBC920992BD9}" type="pres">
      <dgm:prSet presAssocID="{ED4B6ACA-F91D-4639-B9EC-E68C8AB65D7F}" presName="BackAccent" presStyleLbl="bgShp" presStyleIdx="1" presStyleCnt="3"/>
      <dgm:spPr/>
    </dgm:pt>
    <dgm:pt modelId="{2D7877B5-8B10-4809-A8B0-79098774BBE3}" type="pres">
      <dgm:prSet presAssocID="{ED4B6ACA-F91D-4639-B9EC-E68C8AB65D7F}" presName="Accent" presStyleLbl="alignNode1" presStyleIdx="1" presStyleCnt="3"/>
      <dgm:spPr/>
    </dgm:pt>
    <dgm:pt modelId="{9941892D-F4D2-4D68-9EA7-431933900459}" type="pres">
      <dgm:prSet presAssocID="{ED4B6ACA-F91D-4639-B9EC-E68C8AB65D7F}" presName="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F2D89182-AFC7-4CBB-B672-57C63977DF4A}" type="pres">
      <dgm:prSet presAssocID="{ED4B6ACA-F91D-4639-B9EC-E68C8AB65D7F}" presName="Parent" presStyleLbl="revTx" presStyleIdx="3" presStyleCnt="6">
        <dgm:presLayoutVars>
          <dgm:chMax val="1"/>
          <dgm:chPref val="1"/>
          <dgm:bulletEnabled val="1"/>
        </dgm:presLayoutVars>
      </dgm:prSet>
      <dgm:spPr/>
    </dgm:pt>
    <dgm:pt modelId="{8F947A48-7A40-4385-A610-CFAABF76AC96}" type="pres">
      <dgm:prSet presAssocID="{C18A6758-54F8-47B1-8C57-30011164E9EE}" presName="sibTrans" presStyleCnt="0"/>
      <dgm:spPr/>
    </dgm:pt>
    <dgm:pt modelId="{BE35307F-EE24-4E07-B016-59232631927B}" type="pres">
      <dgm:prSet presAssocID="{FAD1E529-6AC8-444B-8390-19FF43A2B91E}" presName="composite" presStyleCnt="0"/>
      <dgm:spPr/>
    </dgm:pt>
    <dgm:pt modelId="{F1203743-D0A2-45D1-9838-550C2531BD86}" type="pres">
      <dgm:prSet presAssocID="{FAD1E529-6AC8-444B-8390-19FF43A2B91E}" presName="BackAccent" presStyleLbl="bgShp" presStyleIdx="2" presStyleCnt="3"/>
      <dgm:spPr/>
    </dgm:pt>
    <dgm:pt modelId="{EFC09D1E-99C0-49F7-8B3F-D0396FB93538}" type="pres">
      <dgm:prSet presAssocID="{FAD1E529-6AC8-444B-8390-19FF43A2B91E}" presName="Accent" presStyleLbl="alignNode1" presStyleIdx="2" presStyleCnt="3"/>
      <dgm:spPr/>
    </dgm:pt>
    <dgm:pt modelId="{430CF129-BF7E-4D64-8A67-E1BFB6C400B6}" type="pres">
      <dgm:prSet presAssocID="{FAD1E529-6AC8-444B-8390-19FF43A2B91E}" presName="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A3C8FF03-5252-4971-B707-F3C811787A9C}" type="pres">
      <dgm:prSet presAssocID="{FAD1E529-6AC8-444B-8390-19FF43A2B91E}" presName="Parent" presStyleLbl="revTx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DDE10E0D-FFF4-49AD-BE63-D6C4CE4280D7}" type="presOf" srcId="{EF220F67-225B-49D5-BF7A-63A0FE699E16}" destId="{7B06A82D-EBEB-49EB-944C-2F27EECE9191}" srcOrd="0" destOrd="0" presId="urn:microsoft.com/office/officeart/2008/layout/IncreasingCircleProcess"/>
    <dgm:cxn modelId="{8521CD2D-E8E8-4A55-B9FF-6ED58E101F2E}" srcId="{43EA1239-0974-48D4-AFF0-ABBD33113229}" destId="{EF220F67-225B-49D5-BF7A-63A0FE699E16}" srcOrd="0" destOrd="0" parTransId="{CF1987E0-68A2-479A-B515-C1DF2FD29B61}" sibTransId="{01EB8EA9-2B2B-499D-ADB0-1293EA5788D0}"/>
    <dgm:cxn modelId="{8B5E703D-5A3D-4B74-AD5A-2FA1EE800154}" type="presOf" srcId="{AB358EED-8F9D-42E6-9E79-2646EF142E59}" destId="{028006D8-83A9-47CE-991F-38C4FA6049C4}" srcOrd="0" destOrd="0" presId="urn:microsoft.com/office/officeart/2008/layout/IncreasingCircleProcess"/>
    <dgm:cxn modelId="{06B0D26A-6943-47DB-9A62-C5643B96511B}" type="presOf" srcId="{ED4B6ACA-F91D-4639-B9EC-E68C8AB65D7F}" destId="{F2D89182-AFC7-4CBB-B672-57C63977DF4A}" srcOrd="0" destOrd="0" presId="urn:microsoft.com/office/officeart/2008/layout/IncreasingCircleProcess"/>
    <dgm:cxn modelId="{C45B7451-782A-482D-A8C0-004498C9DD88}" srcId="{EF220F67-225B-49D5-BF7A-63A0FE699E16}" destId="{AB358EED-8F9D-42E6-9E79-2646EF142E59}" srcOrd="0" destOrd="0" parTransId="{C7C7C01E-9F2A-492C-B6EE-56503FDA06B1}" sibTransId="{444C5EC8-61EA-432E-A466-FFD362DDC5D8}"/>
    <dgm:cxn modelId="{FC811792-716D-46A2-9783-D6EB53B4A807}" srcId="{FAD1E529-6AC8-444B-8390-19FF43A2B91E}" destId="{02564C59-A5B8-4EBA-9AE9-21E4A9097239}" srcOrd="0" destOrd="0" parTransId="{8D94D2BD-28B1-474D-B35D-D116B9A105A1}" sibTransId="{FB43580F-B8B9-4AC0-BC8B-47F7A1AA1C5E}"/>
    <dgm:cxn modelId="{BE8C169B-66AE-44DD-9A45-3FA405A2F66D}" type="presOf" srcId="{43EA1239-0974-48D4-AFF0-ABBD33113229}" destId="{C2DD7C04-B7AD-486E-9ED9-FF51F4EBB2E6}" srcOrd="0" destOrd="0" presId="urn:microsoft.com/office/officeart/2008/layout/IncreasingCircleProcess"/>
    <dgm:cxn modelId="{294AE5AA-A60E-495E-A2D1-184926FC4807}" srcId="{43EA1239-0974-48D4-AFF0-ABBD33113229}" destId="{FAD1E529-6AC8-444B-8390-19FF43A2B91E}" srcOrd="2" destOrd="0" parTransId="{E012A1C0-1694-45CF-9ED9-FB1DB1C626E1}" sibTransId="{DD3978C5-E1EE-46C1-80EC-ACF2C96CF9A0}"/>
    <dgm:cxn modelId="{3636B5AE-3036-4988-A8E2-1F9DCD0DE6C1}" srcId="{43EA1239-0974-48D4-AFF0-ABBD33113229}" destId="{ED4B6ACA-F91D-4639-B9EC-E68C8AB65D7F}" srcOrd="1" destOrd="0" parTransId="{6996F5B5-3BEF-42AE-8B7E-F17FA5C825E1}" sibTransId="{C18A6758-54F8-47B1-8C57-30011164E9EE}"/>
    <dgm:cxn modelId="{068410D2-3F69-47FC-8F76-4014B24A8D62}" type="presOf" srcId="{02564C59-A5B8-4EBA-9AE9-21E4A9097239}" destId="{430CF129-BF7E-4D64-8A67-E1BFB6C400B6}" srcOrd="0" destOrd="0" presId="urn:microsoft.com/office/officeart/2008/layout/IncreasingCircleProcess"/>
    <dgm:cxn modelId="{B9A2CDE0-4370-40A5-8571-4787E81D7074}" type="presOf" srcId="{FAD1E529-6AC8-444B-8390-19FF43A2B91E}" destId="{A3C8FF03-5252-4971-B707-F3C811787A9C}" srcOrd="0" destOrd="0" presId="urn:microsoft.com/office/officeart/2008/layout/IncreasingCircleProcess"/>
    <dgm:cxn modelId="{C91018F1-3926-4988-84D7-52D8738A3DF0}" srcId="{ED4B6ACA-F91D-4639-B9EC-E68C8AB65D7F}" destId="{BCEA8A22-547E-48DE-9FD3-6B1F70AE1002}" srcOrd="0" destOrd="0" parTransId="{08BAC67C-CB05-4D45-9FF7-CDD5B4351B0C}" sibTransId="{F38514CF-5BDC-4B4C-A82C-07DB8F596FD9}"/>
    <dgm:cxn modelId="{A610DDFA-A5D2-4B4B-89C7-E83D1C6AD140}" type="presOf" srcId="{BCEA8A22-547E-48DE-9FD3-6B1F70AE1002}" destId="{9941892D-F4D2-4D68-9EA7-431933900459}" srcOrd="0" destOrd="0" presId="urn:microsoft.com/office/officeart/2008/layout/IncreasingCircleProcess"/>
    <dgm:cxn modelId="{321AB75E-D89F-4BE2-95E3-3EEA52DCDDB3}" type="presParOf" srcId="{C2DD7C04-B7AD-486E-9ED9-FF51F4EBB2E6}" destId="{89DE6CC1-B6FC-476E-8CE9-5FAB259AA212}" srcOrd="0" destOrd="0" presId="urn:microsoft.com/office/officeart/2008/layout/IncreasingCircleProcess"/>
    <dgm:cxn modelId="{D6F2592C-AA73-4083-899E-089718FD23D0}" type="presParOf" srcId="{89DE6CC1-B6FC-476E-8CE9-5FAB259AA212}" destId="{0A63CCF7-29ED-4A86-86D2-B639C6C08237}" srcOrd="0" destOrd="0" presId="urn:microsoft.com/office/officeart/2008/layout/IncreasingCircleProcess"/>
    <dgm:cxn modelId="{EA976D2A-2108-4569-A99C-40642209B011}" type="presParOf" srcId="{89DE6CC1-B6FC-476E-8CE9-5FAB259AA212}" destId="{951C8AD8-ED0A-4AEB-95BF-779555B8E3B3}" srcOrd="1" destOrd="0" presId="urn:microsoft.com/office/officeart/2008/layout/IncreasingCircleProcess"/>
    <dgm:cxn modelId="{5868440D-33F5-44A5-8CF6-05FE72E66878}" type="presParOf" srcId="{89DE6CC1-B6FC-476E-8CE9-5FAB259AA212}" destId="{028006D8-83A9-47CE-991F-38C4FA6049C4}" srcOrd="2" destOrd="0" presId="urn:microsoft.com/office/officeart/2008/layout/IncreasingCircleProcess"/>
    <dgm:cxn modelId="{470F2182-35C8-44F0-AF54-C68993E3DB85}" type="presParOf" srcId="{89DE6CC1-B6FC-476E-8CE9-5FAB259AA212}" destId="{7B06A82D-EBEB-49EB-944C-2F27EECE9191}" srcOrd="3" destOrd="0" presId="urn:microsoft.com/office/officeart/2008/layout/IncreasingCircleProcess"/>
    <dgm:cxn modelId="{EDA88EEE-2DA6-44FE-B9A7-EEDD800BEA66}" type="presParOf" srcId="{C2DD7C04-B7AD-486E-9ED9-FF51F4EBB2E6}" destId="{DF2676C4-B1BD-4029-9743-AC03863C822B}" srcOrd="1" destOrd="0" presId="urn:microsoft.com/office/officeart/2008/layout/IncreasingCircleProcess"/>
    <dgm:cxn modelId="{F168DC6E-4D69-431B-9650-CD457A421CDC}" type="presParOf" srcId="{C2DD7C04-B7AD-486E-9ED9-FF51F4EBB2E6}" destId="{E232C9FA-0C9E-4F55-A90A-5E7050488391}" srcOrd="2" destOrd="0" presId="urn:microsoft.com/office/officeart/2008/layout/IncreasingCircleProcess"/>
    <dgm:cxn modelId="{13483B39-8D26-4FFC-AC6D-D3337AA37814}" type="presParOf" srcId="{E232C9FA-0C9E-4F55-A90A-5E7050488391}" destId="{64DAE972-6213-483F-B470-EBC920992BD9}" srcOrd="0" destOrd="0" presId="urn:microsoft.com/office/officeart/2008/layout/IncreasingCircleProcess"/>
    <dgm:cxn modelId="{93765749-1DDF-476F-9CE9-978E80ED35C1}" type="presParOf" srcId="{E232C9FA-0C9E-4F55-A90A-5E7050488391}" destId="{2D7877B5-8B10-4809-A8B0-79098774BBE3}" srcOrd="1" destOrd="0" presId="urn:microsoft.com/office/officeart/2008/layout/IncreasingCircleProcess"/>
    <dgm:cxn modelId="{B9CD77EC-F5E4-42C9-88A7-0CF1CF4495BA}" type="presParOf" srcId="{E232C9FA-0C9E-4F55-A90A-5E7050488391}" destId="{9941892D-F4D2-4D68-9EA7-431933900459}" srcOrd="2" destOrd="0" presId="urn:microsoft.com/office/officeart/2008/layout/IncreasingCircleProcess"/>
    <dgm:cxn modelId="{1CE3EE97-CB99-4C5A-A7DE-DCE0A11A9861}" type="presParOf" srcId="{E232C9FA-0C9E-4F55-A90A-5E7050488391}" destId="{F2D89182-AFC7-4CBB-B672-57C63977DF4A}" srcOrd="3" destOrd="0" presId="urn:microsoft.com/office/officeart/2008/layout/IncreasingCircleProcess"/>
    <dgm:cxn modelId="{7B2171E4-00C0-4297-99E5-C41AAD0E2182}" type="presParOf" srcId="{C2DD7C04-B7AD-486E-9ED9-FF51F4EBB2E6}" destId="{8F947A48-7A40-4385-A610-CFAABF76AC96}" srcOrd="3" destOrd="0" presId="urn:microsoft.com/office/officeart/2008/layout/IncreasingCircleProcess"/>
    <dgm:cxn modelId="{E83108E4-E008-4633-9901-6D8AEE2297B5}" type="presParOf" srcId="{C2DD7C04-B7AD-486E-9ED9-FF51F4EBB2E6}" destId="{BE35307F-EE24-4E07-B016-59232631927B}" srcOrd="4" destOrd="0" presId="urn:microsoft.com/office/officeart/2008/layout/IncreasingCircleProcess"/>
    <dgm:cxn modelId="{AF5D74F3-2E3D-48B2-BB05-A68E0A02B40A}" type="presParOf" srcId="{BE35307F-EE24-4E07-B016-59232631927B}" destId="{F1203743-D0A2-45D1-9838-550C2531BD86}" srcOrd="0" destOrd="0" presId="urn:microsoft.com/office/officeart/2008/layout/IncreasingCircleProcess"/>
    <dgm:cxn modelId="{9482509E-3D91-4EBF-AC58-28F4083FF85A}" type="presParOf" srcId="{BE35307F-EE24-4E07-B016-59232631927B}" destId="{EFC09D1E-99C0-49F7-8B3F-D0396FB93538}" srcOrd="1" destOrd="0" presId="urn:microsoft.com/office/officeart/2008/layout/IncreasingCircleProcess"/>
    <dgm:cxn modelId="{E586719F-8BAE-4485-B71D-C35AC5C96FFB}" type="presParOf" srcId="{BE35307F-EE24-4E07-B016-59232631927B}" destId="{430CF129-BF7E-4D64-8A67-E1BFB6C400B6}" srcOrd="2" destOrd="0" presId="urn:microsoft.com/office/officeart/2008/layout/IncreasingCircleProcess"/>
    <dgm:cxn modelId="{727B701A-FAC6-481A-9B0F-BB516AC4AA66}" type="presParOf" srcId="{BE35307F-EE24-4E07-B016-59232631927B}" destId="{A3C8FF03-5252-4971-B707-F3C811787A9C}" srcOrd="3" destOrd="0" presId="urn:microsoft.com/office/officeart/2008/layout/Increasing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15C70D-3087-4571-8DA2-10BB7E0E1F24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1B7EDB6-C6A3-419A-ADD6-08571A702B69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A6EC8E0D-158A-4187-9CF4-13E47868C15F}" type="parTrans" cxnId="{80AEFF74-20A7-4FCE-8312-3E38B181CC4B}">
      <dgm:prSet/>
      <dgm:spPr/>
      <dgm:t>
        <a:bodyPr/>
        <a:lstStyle/>
        <a:p>
          <a:endParaRPr lang="en-US"/>
        </a:p>
      </dgm:t>
    </dgm:pt>
    <dgm:pt modelId="{08F6CCAC-3DDA-4052-B96D-F3287C6A5D29}" type="sibTrans" cxnId="{80AEFF74-20A7-4FCE-8312-3E38B181CC4B}">
      <dgm:prSet/>
      <dgm:spPr/>
      <dgm:t>
        <a:bodyPr/>
        <a:lstStyle/>
        <a:p>
          <a:endParaRPr lang="en-US"/>
        </a:p>
      </dgm:t>
    </dgm:pt>
    <dgm:pt modelId="{647831F0-F5B7-4155-A4C9-67BADC0438B5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6007430C-6D01-45BC-AC43-9EE40146AE3A}" type="parTrans" cxnId="{E665D12F-87A1-4A1D-8886-EEEE9A2F67E4}">
      <dgm:prSet/>
      <dgm:spPr/>
      <dgm:t>
        <a:bodyPr/>
        <a:lstStyle/>
        <a:p>
          <a:endParaRPr lang="en-US"/>
        </a:p>
      </dgm:t>
    </dgm:pt>
    <dgm:pt modelId="{FDF83B6A-DA8B-4171-9315-B7AF83B30BAA}" type="sibTrans" cxnId="{E665D12F-87A1-4A1D-8886-EEEE9A2F67E4}">
      <dgm:prSet/>
      <dgm:spPr/>
      <dgm:t>
        <a:bodyPr/>
        <a:lstStyle/>
        <a:p>
          <a:endParaRPr lang="en-US"/>
        </a:p>
      </dgm:t>
    </dgm:pt>
    <dgm:pt modelId="{3A6359AD-1E5E-40B2-903C-F7981939D4F1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CA4F4260-73AE-440D-A3A8-7F5EF117D343}" type="parTrans" cxnId="{3C4E5DDB-D437-4E4B-BE45-AAC11DA283DA}">
      <dgm:prSet/>
      <dgm:spPr/>
      <dgm:t>
        <a:bodyPr/>
        <a:lstStyle/>
        <a:p>
          <a:endParaRPr lang="en-US"/>
        </a:p>
      </dgm:t>
    </dgm:pt>
    <dgm:pt modelId="{79967603-740F-454F-B72B-C99D8A4FD952}" type="sibTrans" cxnId="{3C4E5DDB-D437-4E4B-BE45-AAC11DA283DA}">
      <dgm:prSet/>
      <dgm:spPr/>
      <dgm:t>
        <a:bodyPr/>
        <a:lstStyle/>
        <a:p>
          <a:endParaRPr lang="en-US"/>
        </a:p>
      </dgm:t>
    </dgm:pt>
    <dgm:pt modelId="{92581C61-D1E7-48BB-A11D-BA4C41DB3B76}">
      <dgm:prSet phldrT="[Text]"/>
      <dgm:spPr/>
      <dgm:t>
        <a:bodyPr/>
        <a:lstStyle/>
        <a:p>
          <a:r>
            <a:rPr lang="en-US"/>
            <a:t>VP Marketing</a:t>
          </a:r>
        </a:p>
      </dgm:t>
    </dgm:pt>
    <dgm:pt modelId="{3CC95D8B-003B-45E7-9F1D-C9C47F88AE51}" type="parTrans" cxnId="{755EBA86-48EF-46F1-8F71-DE8F56B077EF}">
      <dgm:prSet/>
      <dgm:spPr/>
      <dgm:t>
        <a:bodyPr/>
        <a:lstStyle/>
        <a:p>
          <a:endParaRPr lang="en-US"/>
        </a:p>
      </dgm:t>
    </dgm:pt>
    <dgm:pt modelId="{200B3550-2A8F-4EB7-9484-002F81B81A89}" type="sibTrans" cxnId="{755EBA86-48EF-46F1-8F71-DE8F56B077EF}">
      <dgm:prSet/>
      <dgm:spPr/>
      <dgm:t>
        <a:bodyPr/>
        <a:lstStyle/>
        <a:p>
          <a:endParaRPr lang="en-US"/>
        </a:p>
      </dgm:t>
    </dgm:pt>
    <dgm:pt modelId="{CF3D8B1A-AEFB-47EB-9B74-58AE3ADC017B}">
      <dgm:prSet phldrT="[Text]" phldr="1"/>
      <dgm:spPr/>
      <dgm:t>
        <a:bodyPr/>
        <a:lstStyle/>
        <a:p>
          <a:endParaRPr lang="en-US"/>
        </a:p>
      </dgm:t>
    </dgm:pt>
    <dgm:pt modelId="{604FB426-9F42-4ACA-85BA-02D5221A4AFE}" type="parTrans" cxnId="{27ABC946-D52F-4EA8-8540-44C9A77A8241}">
      <dgm:prSet/>
      <dgm:spPr/>
      <dgm:t>
        <a:bodyPr/>
        <a:lstStyle/>
        <a:p>
          <a:endParaRPr lang="en-US"/>
        </a:p>
      </dgm:t>
    </dgm:pt>
    <dgm:pt modelId="{BDF260FD-D96C-48ED-A673-BAD9E8714FCF}" type="sibTrans" cxnId="{27ABC946-D52F-4EA8-8540-44C9A77A8241}">
      <dgm:prSet/>
      <dgm:spPr/>
      <dgm:t>
        <a:bodyPr/>
        <a:lstStyle/>
        <a:p>
          <a:endParaRPr lang="en-US"/>
        </a:p>
      </dgm:t>
    </dgm:pt>
    <dgm:pt modelId="{8578745A-42FB-4B37-BBCF-F84F8A0456D9}">
      <dgm:prSet phldrT="[Text]" phldr="1"/>
      <dgm:spPr/>
      <dgm:t>
        <a:bodyPr/>
        <a:lstStyle/>
        <a:p>
          <a:endParaRPr lang="en-US"/>
        </a:p>
      </dgm:t>
    </dgm:pt>
    <dgm:pt modelId="{05AE1004-4D9F-4BC1-8D34-51EAFC201EB2}" type="parTrans" cxnId="{B4156ADC-CC0B-4B95-9CCD-1201F912A841}">
      <dgm:prSet/>
      <dgm:spPr/>
      <dgm:t>
        <a:bodyPr/>
        <a:lstStyle/>
        <a:p>
          <a:endParaRPr lang="en-US"/>
        </a:p>
      </dgm:t>
    </dgm:pt>
    <dgm:pt modelId="{9B1BE32F-1792-47E2-A1BB-337D1D4DBDC0}" type="sibTrans" cxnId="{B4156ADC-CC0B-4B95-9CCD-1201F912A841}">
      <dgm:prSet/>
      <dgm:spPr/>
      <dgm:t>
        <a:bodyPr/>
        <a:lstStyle/>
        <a:p>
          <a:endParaRPr lang="en-US"/>
        </a:p>
      </dgm:t>
    </dgm:pt>
    <dgm:pt modelId="{CC22EF9D-B6FC-4BEA-899D-C3DC5E848696}" type="pres">
      <dgm:prSet presAssocID="{3D15C70D-3087-4571-8DA2-10BB7E0E1F24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027FDBC-BA08-4550-9C4F-2E2F342AA125}" type="pres">
      <dgm:prSet presAssocID="{B1B7EDB6-C6A3-419A-ADD6-08571A702B69}" presName="root" presStyleCnt="0"/>
      <dgm:spPr/>
    </dgm:pt>
    <dgm:pt modelId="{340D75F1-4256-4DCC-AFB6-2A0A1F2B9350}" type="pres">
      <dgm:prSet presAssocID="{B1B7EDB6-C6A3-419A-ADD6-08571A702B69}" presName="rootComposite" presStyleCnt="0"/>
      <dgm:spPr/>
    </dgm:pt>
    <dgm:pt modelId="{10CBEC86-3589-442F-8EA3-E06DD7344D8C}" type="pres">
      <dgm:prSet presAssocID="{B1B7EDB6-C6A3-419A-ADD6-08571A702B69}" presName="rootText" presStyleLbl="node1" presStyleIdx="0" presStyleCnt="2"/>
      <dgm:spPr/>
    </dgm:pt>
    <dgm:pt modelId="{76007126-CDB1-4E1B-A259-18CFAF51DB6F}" type="pres">
      <dgm:prSet presAssocID="{B1B7EDB6-C6A3-419A-ADD6-08571A702B69}" presName="rootConnector" presStyleLbl="node1" presStyleIdx="0" presStyleCnt="2"/>
      <dgm:spPr/>
    </dgm:pt>
    <dgm:pt modelId="{6F73B2C8-5357-4CBA-9C07-C32015D9034F}" type="pres">
      <dgm:prSet presAssocID="{B1B7EDB6-C6A3-419A-ADD6-08571A702B69}" presName="childShape" presStyleCnt="0"/>
      <dgm:spPr/>
    </dgm:pt>
    <dgm:pt modelId="{6F172F63-C406-43F7-BCCC-CDE5B920A3BB}" type="pres">
      <dgm:prSet presAssocID="{6007430C-6D01-45BC-AC43-9EE40146AE3A}" presName="Name13" presStyleLbl="parChTrans1D2" presStyleIdx="0" presStyleCnt="4"/>
      <dgm:spPr/>
    </dgm:pt>
    <dgm:pt modelId="{9A075ED2-E5C7-47E0-AA45-6746E281AC61}" type="pres">
      <dgm:prSet presAssocID="{647831F0-F5B7-4155-A4C9-67BADC0438B5}" presName="childText" presStyleLbl="bgAcc1" presStyleIdx="0" presStyleCnt="4">
        <dgm:presLayoutVars>
          <dgm:bulletEnabled val="1"/>
        </dgm:presLayoutVars>
      </dgm:prSet>
      <dgm:spPr/>
    </dgm:pt>
    <dgm:pt modelId="{F78C5E2E-D8CC-4C84-AF91-71BBA83A647A}" type="pres">
      <dgm:prSet presAssocID="{CA4F4260-73AE-440D-A3A8-7F5EF117D343}" presName="Name13" presStyleLbl="parChTrans1D2" presStyleIdx="1" presStyleCnt="4"/>
      <dgm:spPr/>
    </dgm:pt>
    <dgm:pt modelId="{A711C4B9-9C0E-487F-8C6D-469154ADA27F}" type="pres">
      <dgm:prSet presAssocID="{3A6359AD-1E5E-40B2-903C-F7981939D4F1}" presName="childText" presStyleLbl="bgAcc1" presStyleIdx="1" presStyleCnt="4">
        <dgm:presLayoutVars>
          <dgm:bulletEnabled val="1"/>
        </dgm:presLayoutVars>
      </dgm:prSet>
      <dgm:spPr/>
    </dgm:pt>
    <dgm:pt modelId="{FD6AA7DE-3FBC-4F24-802C-3837D6DA6058}" type="pres">
      <dgm:prSet presAssocID="{92581C61-D1E7-48BB-A11D-BA4C41DB3B76}" presName="root" presStyleCnt="0"/>
      <dgm:spPr/>
    </dgm:pt>
    <dgm:pt modelId="{0B00F76C-F982-48D7-AF27-F667EC3F3B98}" type="pres">
      <dgm:prSet presAssocID="{92581C61-D1E7-48BB-A11D-BA4C41DB3B76}" presName="rootComposite" presStyleCnt="0"/>
      <dgm:spPr/>
    </dgm:pt>
    <dgm:pt modelId="{BA7D36B9-FBC4-4C08-A95D-F49D77EC4C8F}" type="pres">
      <dgm:prSet presAssocID="{92581C61-D1E7-48BB-A11D-BA4C41DB3B76}" presName="rootText" presStyleLbl="node1" presStyleIdx="1" presStyleCnt="2"/>
      <dgm:spPr/>
    </dgm:pt>
    <dgm:pt modelId="{FB7B35FE-DC66-46EA-9106-B38D5811AB14}" type="pres">
      <dgm:prSet presAssocID="{92581C61-D1E7-48BB-A11D-BA4C41DB3B76}" presName="rootConnector" presStyleLbl="node1" presStyleIdx="1" presStyleCnt="2"/>
      <dgm:spPr/>
    </dgm:pt>
    <dgm:pt modelId="{5641C3A8-250F-41F5-AB91-D697CCC3C69B}" type="pres">
      <dgm:prSet presAssocID="{92581C61-D1E7-48BB-A11D-BA4C41DB3B76}" presName="childShape" presStyleCnt="0"/>
      <dgm:spPr/>
    </dgm:pt>
    <dgm:pt modelId="{C9B96A99-F601-4ED7-B450-906B3C4A69DA}" type="pres">
      <dgm:prSet presAssocID="{604FB426-9F42-4ACA-85BA-02D5221A4AFE}" presName="Name13" presStyleLbl="parChTrans1D2" presStyleIdx="2" presStyleCnt="4"/>
      <dgm:spPr/>
    </dgm:pt>
    <dgm:pt modelId="{42E4623B-73A0-4CFC-8FB4-7777E45C25D1}" type="pres">
      <dgm:prSet presAssocID="{CF3D8B1A-AEFB-47EB-9B74-58AE3ADC017B}" presName="childText" presStyleLbl="bgAcc1" presStyleIdx="2" presStyleCnt="4">
        <dgm:presLayoutVars>
          <dgm:bulletEnabled val="1"/>
        </dgm:presLayoutVars>
      </dgm:prSet>
      <dgm:spPr/>
    </dgm:pt>
    <dgm:pt modelId="{978E3D45-AF5C-4E49-82F1-EBFB1A6E1B00}" type="pres">
      <dgm:prSet presAssocID="{05AE1004-4D9F-4BC1-8D34-51EAFC201EB2}" presName="Name13" presStyleLbl="parChTrans1D2" presStyleIdx="3" presStyleCnt="4"/>
      <dgm:spPr/>
    </dgm:pt>
    <dgm:pt modelId="{1BE9474C-970F-4886-B684-458D695B5C35}" type="pres">
      <dgm:prSet presAssocID="{8578745A-42FB-4B37-BBCF-F84F8A0456D9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C8E1BA12-133A-4E3F-A225-93974626C491}" type="presOf" srcId="{3D15C70D-3087-4571-8DA2-10BB7E0E1F24}" destId="{CC22EF9D-B6FC-4BEA-899D-C3DC5E848696}" srcOrd="0" destOrd="0" presId="urn:microsoft.com/office/officeart/2005/8/layout/hierarchy3"/>
    <dgm:cxn modelId="{CB42601F-A7C3-4332-9077-13B4213590AF}" type="presOf" srcId="{647831F0-F5B7-4155-A4C9-67BADC0438B5}" destId="{9A075ED2-E5C7-47E0-AA45-6746E281AC61}" srcOrd="0" destOrd="0" presId="urn:microsoft.com/office/officeart/2005/8/layout/hierarchy3"/>
    <dgm:cxn modelId="{69B97820-28F8-4C2E-BEA9-C3153403E3CD}" type="presOf" srcId="{CF3D8B1A-AEFB-47EB-9B74-58AE3ADC017B}" destId="{42E4623B-73A0-4CFC-8FB4-7777E45C25D1}" srcOrd="0" destOrd="0" presId="urn:microsoft.com/office/officeart/2005/8/layout/hierarchy3"/>
    <dgm:cxn modelId="{796F2B2B-AA0F-446B-9563-3C6E6BD5CE36}" type="presOf" srcId="{3A6359AD-1E5E-40B2-903C-F7981939D4F1}" destId="{A711C4B9-9C0E-487F-8C6D-469154ADA27F}" srcOrd="0" destOrd="0" presId="urn:microsoft.com/office/officeart/2005/8/layout/hierarchy3"/>
    <dgm:cxn modelId="{E665D12F-87A1-4A1D-8886-EEEE9A2F67E4}" srcId="{B1B7EDB6-C6A3-419A-ADD6-08571A702B69}" destId="{647831F0-F5B7-4155-A4C9-67BADC0438B5}" srcOrd="0" destOrd="0" parTransId="{6007430C-6D01-45BC-AC43-9EE40146AE3A}" sibTransId="{FDF83B6A-DA8B-4171-9315-B7AF83B30BAA}"/>
    <dgm:cxn modelId="{03A42C39-BA27-48C3-B598-7E9064828BC9}" type="presOf" srcId="{604FB426-9F42-4ACA-85BA-02D5221A4AFE}" destId="{C9B96A99-F601-4ED7-B450-906B3C4A69DA}" srcOrd="0" destOrd="0" presId="urn:microsoft.com/office/officeart/2005/8/layout/hierarchy3"/>
    <dgm:cxn modelId="{A8D6BF5D-FDDE-437E-A67D-7232032EB999}" type="presOf" srcId="{92581C61-D1E7-48BB-A11D-BA4C41DB3B76}" destId="{BA7D36B9-FBC4-4C08-A95D-F49D77EC4C8F}" srcOrd="0" destOrd="0" presId="urn:microsoft.com/office/officeart/2005/8/layout/hierarchy3"/>
    <dgm:cxn modelId="{27ABC946-D52F-4EA8-8540-44C9A77A8241}" srcId="{92581C61-D1E7-48BB-A11D-BA4C41DB3B76}" destId="{CF3D8B1A-AEFB-47EB-9B74-58AE3ADC017B}" srcOrd="0" destOrd="0" parTransId="{604FB426-9F42-4ACA-85BA-02D5221A4AFE}" sibTransId="{BDF260FD-D96C-48ED-A673-BAD9E8714FCF}"/>
    <dgm:cxn modelId="{63B4F16B-F9AE-456A-A7E1-560AEE564082}" type="presOf" srcId="{8578745A-42FB-4B37-BBCF-F84F8A0456D9}" destId="{1BE9474C-970F-4886-B684-458D695B5C35}" srcOrd="0" destOrd="0" presId="urn:microsoft.com/office/officeart/2005/8/layout/hierarchy3"/>
    <dgm:cxn modelId="{80AEFF74-20A7-4FCE-8312-3E38B181CC4B}" srcId="{3D15C70D-3087-4571-8DA2-10BB7E0E1F24}" destId="{B1B7EDB6-C6A3-419A-ADD6-08571A702B69}" srcOrd="0" destOrd="0" parTransId="{A6EC8E0D-158A-4187-9CF4-13E47868C15F}" sibTransId="{08F6CCAC-3DDA-4052-B96D-F3287C6A5D29}"/>
    <dgm:cxn modelId="{FC30D555-78F8-40AD-A77A-2DB1676C2453}" type="presOf" srcId="{B1B7EDB6-C6A3-419A-ADD6-08571A702B69}" destId="{76007126-CDB1-4E1B-A259-18CFAF51DB6F}" srcOrd="1" destOrd="0" presId="urn:microsoft.com/office/officeart/2005/8/layout/hierarchy3"/>
    <dgm:cxn modelId="{755EBA86-48EF-46F1-8F71-DE8F56B077EF}" srcId="{3D15C70D-3087-4571-8DA2-10BB7E0E1F24}" destId="{92581C61-D1E7-48BB-A11D-BA4C41DB3B76}" srcOrd="1" destOrd="0" parTransId="{3CC95D8B-003B-45E7-9F1D-C9C47F88AE51}" sibTransId="{200B3550-2A8F-4EB7-9484-002F81B81A89}"/>
    <dgm:cxn modelId="{DB084E9D-D195-4143-89AC-3449D75F56F8}" type="presOf" srcId="{CA4F4260-73AE-440D-A3A8-7F5EF117D343}" destId="{F78C5E2E-D8CC-4C84-AF91-71BBA83A647A}" srcOrd="0" destOrd="0" presId="urn:microsoft.com/office/officeart/2005/8/layout/hierarchy3"/>
    <dgm:cxn modelId="{A83A4BA5-02C1-43B4-8E2F-3A4B8D0B0CE2}" type="presOf" srcId="{05AE1004-4D9F-4BC1-8D34-51EAFC201EB2}" destId="{978E3D45-AF5C-4E49-82F1-EBFB1A6E1B00}" srcOrd="0" destOrd="0" presId="urn:microsoft.com/office/officeart/2005/8/layout/hierarchy3"/>
    <dgm:cxn modelId="{031628D1-02D8-49AA-9CBF-2D435133F552}" type="presOf" srcId="{B1B7EDB6-C6A3-419A-ADD6-08571A702B69}" destId="{10CBEC86-3589-442F-8EA3-E06DD7344D8C}" srcOrd="0" destOrd="0" presId="urn:microsoft.com/office/officeart/2005/8/layout/hierarchy3"/>
    <dgm:cxn modelId="{3C4E5DDB-D437-4E4B-BE45-AAC11DA283DA}" srcId="{B1B7EDB6-C6A3-419A-ADD6-08571A702B69}" destId="{3A6359AD-1E5E-40B2-903C-F7981939D4F1}" srcOrd="1" destOrd="0" parTransId="{CA4F4260-73AE-440D-A3A8-7F5EF117D343}" sibTransId="{79967603-740F-454F-B72B-C99D8A4FD952}"/>
    <dgm:cxn modelId="{B4156ADC-CC0B-4B95-9CCD-1201F912A841}" srcId="{92581C61-D1E7-48BB-A11D-BA4C41DB3B76}" destId="{8578745A-42FB-4B37-BBCF-F84F8A0456D9}" srcOrd="1" destOrd="0" parTransId="{05AE1004-4D9F-4BC1-8D34-51EAFC201EB2}" sibTransId="{9B1BE32F-1792-47E2-A1BB-337D1D4DBDC0}"/>
    <dgm:cxn modelId="{B33F69F9-BBF5-4A0C-A5B3-097F99BBDCB2}" type="presOf" srcId="{6007430C-6D01-45BC-AC43-9EE40146AE3A}" destId="{6F172F63-C406-43F7-BCCC-CDE5B920A3BB}" srcOrd="0" destOrd="0" presId="urn:microsoft.com/office/officeart/2005/8/layout/hierarchy3"/>
    <dgm:cxn modelId="{B2D62CFA-2084-4665-A750-4A925C0C9D29}" type="presOf" srcId="{92581C61-D1E7-48BB-A11D-BA4C41DB3B76}" destId="{FB7B35FE-DC66-46EA-9106-B38D5811AB14}" srcOrd="1" destOrd="0" presId="urn:microsoft.com/office/officeart/2005/8/layout/hierarchy3"/>
    <dgm:cxn modelId="{D378FA95-456D-462F-BC43-C1E7E53673AE}" type="presParOf" srcId="{CC22EF9D-B6FC-4BEA-899D-C3DC5E848696}" destId="{D027FDBC-BA08-4550-9C4F-2E2F342AA125}" srcOrd="0" destOrd="0" presId="urn:microsoft.com/office/officeart/2005/8/layout/hierarchy3"/>
    <dgm:cxn modelId="{71871CB5-DD15-419A-A095-476DB36AA2D9}" type="presParOf" srcId="{D027FDBC-BA08-4550-9C4F-2E2F342AA125}" destId="{340D75F1-4256-4DCC-AFB6-2A0A1F2B9350}" srcOrd="0" destOrd="0" presId="urn:microsoft.com/office/officeart/2005/8/layout/hierarchy3"/>
    <dgm:cxn modelId="{D1A6D999-B615-4222-A465-FF2F1FD1EFE6}" type="presParOf" srcId="{340D75F1-4256-4DCC-AFB6-2A0A1F2B9350}" destId="{10CBEC86-3589-442F-8EA3-E06DD7344D8C}" srcOrd="0" destOrd="0" presId="urn:microsoft.com/office/officeart/2005/8/layout/hierarchy3"/>
    <dgm:cxn modelId="{AEB1675C-047A-4BE8-8B48-5DC0DD52A812}" type="presParOf" srcId="{340D75F1-4256-4DCC-AFB6-2A0A1F2B9350}" destId="{76007126-CDB1-4E1B-A259-18CFAF51DB6F}" srcOrd="1" destOrd="0" presId="urn:microsoft.com/office/officeart/2005/8/layout/hierarchy3"/>
    <dgm:cxn modelId="{F84FFBAA-B89D-47FB-9A3D-7538DBAB67AC}" type="presParOf" srcId="{D027FDBC-BA08-4550-9C4F-2E2F342AA125}" destId="{6F73B2C8-5357-4CBA-9C07-C32015D9034F}" srcOrd="1" destOrd="0" presId="urn:microsoft.com/office/officeart/2005/8/layout/hierarchy3"/>
    <dgm:cxn modelId="{C575FDA8-0853-4CDA-8DF1-644BB257AF1C}" type="presParOf" srcId="{6F73B2C8-5357-4CBA-9C07-C32015D9034F}" destId="{6F172F63-C406-43F7-BCCC-CDE5B920A3BB}" srcOrd="0" destOrd="0" presId="urn:microsoft.com/office/officeart/2005/8/layout/hierarchy3"/>
    <dgm:cxn modelId="{317A09F3-3662-444C-9C7F-BCDCED27E4C3}" type="presParOf" srcId="{6F73B2C8-5357-4CBA-9C07-C32015D9034F}" destId="{9A075ED2-E5C7-47E0-AA45-6746E281AC61}" srcOrd="1" destOrd="0" presId="urn:microsoft.com/office/officeart/2005/8/layout/hierarchy3"/>
    <dgm:cxn modelId="{F9F95F54-FEC3-4528-83A4-220710C3D44F}" type="presParOf" srcId="{6F73B2C8-5357-4CBA-9C07-C32015D9034F}" destId="{F78C5E2E-D8CC-4C84-AF91-71BBA83A647A}" srcOrd="2" destOrd="0" presId="urn:microsoft.com/office/officeart/2005/8/layout/hierarchy3"/>
    <dgm:cxn modelId="{F1D74097-CD45-4516-85FB-2BBA27D322E5}" type="presParOf" srcId="{6F73B2C8-5357-4CBA-9C07-C32015D9034F}" destId="{A711C4B9-9C0E-487F-8C6D-469154ADA27F}" srcOrd="3" destOrd="0" presId="urn:microsoft.com/office/officeart/2005/8/layout/hierarchy3"/>
    <dgm:cxn modelId="{68D8BF63-012D-486C-81C8-008AD50E0796}" type="presParOf" srcId="{CC22EF9D-B6FC-4BEA-899D-C3DC5E848696}" destId="{FD6AA7DE-3FBC-4F24-802C-3837D6DA6058}" srcOrd="1" destOrd="0" presId="urn:microsoft.com/office/officeart/2005/8/layout/hierarchy3"/>
    <dgm:cxn modelId="{6AB13C4C-7CBC-4287-BE6E-53C9BC746D63}" type="presParOf" srcId="{FD6AA7DE-3FBC-4F24-802C-3837D6DA6058}" destId="{0B00F76C-F982-48D7-AF27-F667EC3F3B98}" srcOrd="0" destOrd="0" presId="urn:microsoft.com/office/officeart/2005/8/layout/hierarchy3"/>
    <dgm:cxn modelId="{CF51C675-2A1B-40AB-BC11-1BDE501A9E4A}" type="presParOf" srcId="{0B00F76C-F982-48D7-AF27-F667EC3F3B98}" destId="{BA7D36B9-FBC4-4C08-A95D-F49D77EC4C8F}" srcOrd="0" destOrd="0" presId="urn:microsoft.com/office/officeart/2005/8/layout/hierarchy3"/>
    <dgm:cxn modelId="{4BA91AEB-2571-4527-B5E4-ADC7F5ACF0DD}" type="presParOf" srcId="{0B00F76C-F982-48D7-AF27-F667EC3F3B98}" destId="{FB7B35FE-DC66-46EA-9106-B38D5811AB14}" srcOrd="1" destOrd="0" presId="urn:microsoft.com/office/officeart/2005/8/layout/hierarchy3"/>
    <dgm:cxn modelId="{C6BF4757-685F-4C28-8ED1-91B3562BC4D0}" type="presParOf" srcId="{FD6AA7DE-3FBC-4F24-802C-3837D6DA6058}" destId="{5641C3A8-250F-41F5-AB91-D697CCC3C69B}" srcOrd="1" destOrd="0" presId="urn:microsoft.com/office/officeart/2005/8/layout/hierarchy3"/>
    <dgm:cxn modelId="{C39D0142-7F3E-483E-97BE-42A6229A5E86}" type="presParOf" srcId="{5641C3A8-250F-41F5-AB91-D697CCC3C69B}" destId="{C9B96A99-F601-4ED7-B450-906B3C4A69DA}" srcOrd="0" destOrd="0" presId="urn:microsoft.com/office/officeart/2005/8/layout/hierarchy3"/>
    <dgm:cxn modelId="{F82A09A5-6B8F-4C9C-B74A-D06AE722CE67}" type="presParOf" srcId="{5641C3A8-250F-41F5-AB91-D697CCC3C69B}" destId="{42E4623B-73A0-4CFC-8FB4-7777E45C25D1}" srcOrd="1" destOrd="0" presId="urn:microsoft.com/office/officeart/2005/8/layout/hierarchy3"/>
    <dgm:cxn modelId="{DBA3EBD8-573C-4DB7-884C-AE7ADACE27E9}" type="presParOf" srcId="{5641C3A8-250F-41F5-AB91-D697CCC3C69B}" destId="{978E3D45-AF5C-4E49-82F1-EBFB1A6E1B00}" srcOrd="2" destOrd="0" presId="urn:microsoft.com/office/officeart/2005/8/layout/hierarchy3"/>
    <dgm:cxn modelId="{89BBAD0A-4DCC-46FF-86A2-C1B6409EB84B}" type="presParOf" srcId="{5641C3A8-250F-41F5-AB91-D697CCC3C69B}" destId="{1BE9474C-970F-4886-B684-458D695B5C35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55B037-CFC0-407A-9632-78ABC992AFAE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4EC4CD-75B5-4E31-9B57-CD889C355843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B8788818-3ABF-4804-A817-8AF2B5704577}" type="parTrans" cxnId="{A5A4DEB9-B894-43B4-9E82-4756702E3DD7}">
      <dgm:prSet/>
      <dgm:spPr/>
      <dgm:t>
        <a:bodyPr/>
        <a:lstStyle/>
        <a:p>
          <a:endParaRPr lang="en-US"/>
        </a:p>
      </dgm:t>
    </dgm:pt>
    <dgm:pt modelId="{DE8CB193-8080-4076-9EC9-821EFA45C228}" type="sibTrans" cxnId="{A5A4DEB9-B894-43B4-9E82-4756702E3DD7}">
      <dgm:prSet/>
      <dgm:spPr/>
      <dgm:t>
        <a:bodyPr/>
        <a:lstStyle/>
        <a:p>
          <a:endParaRPr lang="en-US"/>
        </a:p>
      </dgm:t>
    </dgm:pt>
    <dgm:pt modelId="{6DAC84FC-4FE4-4B25-9D17-35A0550BBFC6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A30C05C9-1D3B-40CC-BC22-0C71005E7559}" type="parTrans" cxnId="{C87A7E18-931C-438B-AD1E-AFE09B798D33}">
      <dgm:prSet/>
      <dgm:spPr/>
      <dgm:t>
        <a:bodyPr/>
        <a:lstStyle/>
        <a:p>
          <a:endParaRPr lang="en-US"/>
        </a:p>
      </dgm:t>
    </dgm:pt>
    <dgm:pt modelId="{3302BFEA-62FE-46AE-B2C1-221E60E965CB}" type="sibTrans" cxnId="{C87A7E18-931C-438B-AD1E-AFE09B798D33}">
      <dgm:prSet/>
      <dgm:spPr/>
      <dgm:t>
        <a:bodyPr/>
        <a:lstStyle/>
        <a:p>
          <a:endParaRPr lang="en-US"/>
        </a:p>
      </dgm:t>
    </dgm:pt>
    <dgm:pt modelId="{E3310DD5-4136-4CF1-AF5F-A76D80A7887F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AFA4E6C9-357F-4BB7-A08E-5A3BAB45BEF3}" type="parTrans" cxnId="{8083B323-66FE-46AD-8CA9-CE90288A45FF}">
      <dgm:prSet/>
      <dgm:spPr/>
      <dgm:t>
        <a:bodyPr/>
        <a:lstStyle/>
        <a:p>
          <a:endParaRPr lang="en-US"/>
        </a:p>
      </dgm:t>
    </dgm:pt>
    <dgm:pt modelId="{14EF496A-2F26-45D6-88DF-2CAB7996E363}" type="sibTrans" cxnId="{8083B323-66FE-46AD-8CA9-CE90288A45FF}">
      <dgm:prSet/>
      <dgm:spPr/>
      <dgm:t>
        <a:bodyPr/>
        <a:lstStyle/>
        <a:p>
          <a:endParaRPr lang="en-US"/>
        </a:p>
      </dgm:t>
    </dgm:pt>
    <dgm:pt modelId="{106AFCFA-AFCB-440D-A5C5-2F1CEE61E4A8}">
      <dgm:prSet phldrT="[Text]"/>
      <dgm:spPr/>
      <dgm:t>
        <a:bodyPr/>
        <a:lstStyle/>
        <a:p>
          <a:r>
            <a:rPr lang="en-US"/>
            <a:t>VP Marketing</a:t>
          </a:r>
        </a:p>
      </dgm:t>
    </dgm:pt>
    <dgm:pt modelId="{EDB22D0B-3941-4DBB-A603-5C619F692CDB}" type="parTrans" cxnId="{613A39D0-FB04-4766-84D8-A03EDBF2F6F4}">
      <dgm:prSet/>
      <dgm:spPr/>
      <dgm:t>
        <a:bodyPr/>
        <a:lstStyle/>
        <a:p>
          <a:endParaRPr lang="en-US"/>
        </a:p>
      </dgm:t>
    </dgm:pt>
    <dgm:pt modelId="{AC8DC19E-9A19-4DD4-A93B-BE41FE942E71}" type="sibTrans" cxnId="{613A39D0-FB04-4766-84D8-A03EDBF2F6F4}">
      <dgm:prSet/>
      <dgm:spPr/>
      <dgm:t>
        <a:bodyPr/>
        <a:lstStyle/>
        <a:p>
          <a:endParaRPr lang="en-US"/>
        </a:p>
      </dgm:t>
    </dgm:pt>
    <dgm:pt modelId="{1BF9B437-7C5C-447A-8C3B-E631406C531C}">
      <dgm:prSet phldrT="[Text]" phldr="1"/>
      <dgm:spPr/>
      <dgm:t>
        <a:bodyPr/>
        <a:lstStyle/>
        <a:p>
          <a:endParaRPr lang="en-US"/>
        </a:p>
      </dgm:t>
    </dgm:pt>
    <dgm:pt modelId="{B8D15560-47F1-454B-B8C2-C96B6750E036}" type="parTrans" cxnId="{CBD7C33C-FACB-4F79-8BC4-7F8EC8B0A1FA}">
      <dgm:prSet/>
      <dgm:spPr/>
      <dgm:t>
        <a:bodyPr/>
        <a:lstStyle/>
        <a:p>
          <a:endParaRPr lang="en-US"/>
        </a:p>
      </dgm:t>
    </dgm:pt>
    <dgm:pt modelId="{9D2CB225-D3AC-427C-A036-86DFEB8C8079}" type="sibTrans" cxnId="{CBD7C33C-FACB-4F79-8BC4-7F8EC8B0A1FA}">
      <dgm:prSet/>
      <dgm:spPr/>
      <dgm:t>
        <a:bodyPr/>
        <a:lstStyle/>
        <a:p>
          <a:endParaRPr lang="en-US"/>
        </a:p>
      </dgm:t>
    </dgm:pt>
    <dgm:pt modelId="{D3E53040-3DCC-4830-A795-37DD003548D7}">
      <dgm:prSet phldrT="[Text]" phldr="1"/>
      <dgm:spPr/>
      <dgm:t>
        <a:bodyPr/>
        <a:lstStyle/>
        <a:p>
          <a:endParaRPr lang="en-US"/>
        </a:p>
      </dgm:t>
    </dgm:pt>
    <dgm:pt modelId="{1C7FF038-EA1B-46E1-AA48-417E230C52E8}" type="parTrans" cxnId="{7F4B8322-877E-434D-894F-EF134DE199FA}">
      <dgm:prSet/>
      <dgm:spPr/>
      <dgm:t>
        <a:bodyPr/>
        <a:lstStyle/>
        <a:p>
          <a:endParaRPr lang="en-US"/>
        </a:p>
      </dgm:t>
    </dgm:pt>
    <dgm:pt modelId="{743CEF80-EB79-415E-A70D-3553BD434E43}" type="sibTrans" cxnId="{7F4B8322-877E-434D-894F-EF134DE199FA}">
      <dgm:prSet/>
      <dgm:spPr/>
      <dgm:t>
        <a:bodyPr/>
        <a:lstStyle/>
        <a:p>
          <a:endParaRPr lang="en-US"/>
        </a:p>
      </dgm:t>
    </dgm:pt>
    <dgm:pt modelId="{BBBD3399-449E-4F8D-AF8D-6E3DE653E30F}" type="pres">
      <dgm:prSet presAssocID="{6955B037-CFC0-407A-9632-78ABC992AFA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D956326-7C56-4900-9A32-EC94A015634E}" type="pres">
      <dgm:prSet presAssocID="{644EC4CD-75B5-4E31-9B57-CD889C355843}" presName="root" presStyleCnt="0"/>
      <dgm:spPr/>
    </dgm:pt>
    <dgm:pt modelId="{1F0C47D3-4AFC-43DC-BFF5-641C9897282C}" type="pres">
      <dgm:prSet presAssocID="{644EC4CD-75B5-4E31-9B57-CD889C355843}" presName="rootComposite" presStyleCnt="0"/>
      <dgm:spPr/>
    </dgm:pt>
    <dgm:pt modelId="{6EC00325-B127-45E0-80DC-DCC76657FA2B}" type="pres">
      <dgm:prSet presAssocID="{644EC4CD-75B5-4E31-9B57-CD889C355843}" presName="rootText" presStyleLbl="node1" presStyleIdx="0" presStyleCnt="2"/>
      <dgm:spPr/>
    </dgm:pt>
    <dgm:pt modelId="{6A9A6DD9-5708-4063-A082-184A9402FE08}" type="pres">
      <dgm:prSet presAssocID="{644EC4CD-75B5-4E31-9B57-CD889C355843}" presName="rootConnector" presStyleLbl="node1" presStyleIdx="0" presStyleCnt="2"/>
      <dgm:spPr/>
    </dgm:pt>
    <dgm:pt modelId="{3605F27A-32B8-4D4A-B3A0-3F9498838A8C}" type="pres">
      <dgm:prSet presAssocID="{644EC4CD-75B5-4E31-9B57-CD889C355843}" presName="childShape" presStyleCnt="0"/>
      <dgm:spPr/>
    </dgm:pt>
    <dgm:pt modelId="{7D0FB997-0A35-4CF3-9D34-37D18F18AD3E}" type="pres">
      <dgm:prSet presAssocID="{A30C05C9-1D3B-40CC-BC22-0C71005E7559}" presName="Name13" presStyleLbl="parChTrans1D2" presStyleIdx="0" presStyleCnt="4"/>
      <dgm:spPr/>
    </dgm:pt>
    <dgm:pt modelId="{42F7DC48-A23D-4E36-A629-67B726BED17C}" type="pres">
      <dgm:prSet presAssocID="{6DAC84FC-4FE4-4B25-9D17-35A0550BBFC6}" presName="childText" presStyleLbl="bgAcc1" presStyleIdx="0" presStyleCnt="4">
        <dgm:presLayoutVars>
          <dgm:bulletEnabled val="1"/>
        </dgm:presLayoutVars>
      </dgm:prSet>
      <dgm:spPr/>
    </dgm:pt>
    <dgm:pt modelId="{B3E36C50-CF11-4C6C-8CD0-F0036EE22B8D}" type="pres">
      <dgm:prSet presAssocID="{AFA4E6C9-357F-4BB7-A08E-5A3BAB45BEF3}" presName="Name13" presStyleLbl="parChTrans1D2" presStyleIdx="1" presStyleCnt="4"/>
      <dgm:spPr/>
    </dgm:pt>
    <dgm:pt modelId="{15306855-E9C6-42DF-A8FA-A8C844315823}" type="pres">
      <dgm:prSet presAssocID="{E3310DD5-4136-4CF1-AF5F-A76D80A7887F}" presName="childText" presStyleLbl="bgAcc1" presStyleIdx="1" presStyleCnt="4">
        <dgm:presLayoutVars>
          <dgm:bulletEnabled val="1"/>
        </dgm:presLayoutVars>
      </dgm:prSet>
      <dgm:spPr/>
    </dgm:pt>
    <dgm:pt modelId="{8EBBD2B1-29B7-40F7-A44D-975C683ACB25}" type="pres">
      <dgm:prSet presAssocID="{106AFCFA-AFCB-440D-A5C5-2F1CEE61E4A8}" presName="root" presStyleCnt="0"/>
      <dgm:spPr/>
    </dgm:pt>
    <dgm:pt modelId="{046F45B9-1A4B-48BC-9556-53E10C9FA0D1}" type="pres">
      <dgm:prSet presAssocID="{106AFCFA-AFCB-440D-A5C5-2F1CEE61E4A8}" presName="rootComposite" presStyleCnt="0"/>
      <dgm:spPr/>
    </dgm:pt>
    <dgm:pt modelId="{75BE1C34-678C-4547-8E2D-F0C3515D1E38}" type="pres">
      <dgm:prSet presAssocID="{106AFCFA-AFCB-440D-A5C5-2F1CEE61E4A8}" presName="rootText" presStyleLbl="node1" presStyleIdx="1" presStyleCnt="2"/>
      <dgm:spPr/>
    </dgm:pt>
    <dgm:pt modelId="{833D57FC-5C71-4369-8867-D98AD278637B}" type="pres">
      <dgm:prSet presAssocID="{106AFCFA-AFCB-440D-A5C5-2F1CEE61E4A8}" presName="rootConnector" presStyleLbl="node1" presStyleIdx="1" presStyleCnt="2"/>
      <dgm:spPr/>
    </dgm:pt>
    <dgm:pt modelId="{2383B2A9-B6B9-45A1-8FDF-B3F77DB0D2B7}" type="pres">
      <dgm:prSet presAssocID="{106AFCFA-AFCB-440D-A5C5-2F1CEE61E4A8}" presName="childShape" presStyleCnt="0"/>
      <dgm:spPr/>
    </dgm:pt>
    <dgm:pt modelId="{7A6FC709-2E1B-47F2-831E-48937B3A05A2}" type="pres">
      <dgm:prSet presAssocID="{B8D15560-47F1-454B-B8C2-C96B6750E036}" presName="Name13" presStyleLbl="parChTrans1D2" presStyleIdx="2" presStyleCnt="4"/>
      <dgm:spPr/>
    </dgm:pt>
    <dgm:pt modelId="{1AF6C127-3D82-49B2-A6A1-4E5F04F3ED33}" type="pres">
      <dgm:prSet presAssocID="{1BF9B437-7C5C-447A-8C3B-E631406C531C}" presName="childText" presStyleLbl="bgAcc1" presStyleIdx="2" presStyleCnt="4">
        <dgm:presLayoutVars>
          <dgm:bulletEnabled val="1"/>
        </dgm:presLayoutVars>
      </dgm:prSet>
      <dgm:spPr/>
    </dgm:pt>
    <dgm:pt modelId="{45239643-9478-4C8E-8A0A-DC21912CDA52}" type="pres">
      <dgm:prSet presAssocID="{1C7FF038-EA1B-46E1-AA48-417E230C52E8}" presName="Name13" presStyleLbl="parChTrans1D2" presStyleIdx="3" presStyleCnt="4"/>
      <dgm:spPr/>
    </dgm:pt>
    <dgm:pt modelId="{E1466D17-FF85-49BB-B7F3-B16627CDBEA2}" type="pres">
      <dgm:prSet presAssocID="{D3E53040-3DCC-4830-A795-37DD003548D7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AF2D3618-6C9E-4D18-9AA5-CD5B4BE87228}" type="presOf" srcId="{B8D15560-47F1-454B-B8C2-C96B6750E036}" destId="{7A6FC709-2E1B-47F2-831E-48937B3A05A2}" srcOrd="0" destOrd="0" presId="urn:microsoft.com/office/officeart/2005/8/layout/hierarchy3"/>
    <dgm:cxn modelId="{C87A7E18-931C-438B-AD1E-AFE09B798D33}" srcId="{644EC4CD-75B5-4E31-9B57-CD889C355843}" destId="{6DAC84FC-4FE4-4B25-9D17-35A0550BBFC6}" srcOrd="0" destOrd="0" parTransId="{A30C05C9-1D3B-40CC-BC22-0C71005E7559}" sibTransId="{3302BFEA-62FE-46AE-B2C1-221E60E965CB}"/>
    <dgm:cxn modelId="{7F4B8322-877E-434D-894F-EF134DE199FA}" srcId="{106AFCFA-AFCB-440D-A5C5-2F1CEE61E4A8}" destId="{D3E53040-3DCC-4830-A795-37DD003548D7}" srcOrd="1" destOrd="0" parTransId="{1C7FF038-EA1B-46E1-AA48-417E230C52E8}" sibTransId="{743CEF80-EB79-415E-A70D-3553BD434E43}"/>
    <dgm:cxn modelId="{8083B323-66FE-46AD-8CA9-CE90288A45FF}" srcId="{644EC4CD-75B5-4E31-9B57-CD889C355843}" destId="{E3310DD5-4136-4CF1-AF5F-A76D80A7887F}" srcOrd="1" destOrd="0" parTransId="{AFA4E6C9-357F-4BB7-A08E-5A3BAB45BEF3}" sibTransId="{14EF496A-2F26-45D6-88DF-2CAB7996E363}"/>
    <dgm:cxn modelId="{911CBC34-C2A8-4F74-9C99-12F012231F54}" type="presOf" srcId="{106AFCFA-AFCB-440D-A5C5-2F1CEE61E4A8}" destId="{833D57FC-5C71-4369-8867-D98AD278637B}" srcOrd="1" destOrd="0" presId="urn:microsoft.com/office/officeart/2005/8/layout/hierarchy3"/>
    <dgm:cxn modelId="{CBD7C33C-FACB-4F79-8BC4-7F8EC8B0A1FA}" srcId="{106AFCFA-AFCB-440D-A5C5-2F1CEE61E4A8}" destId="{1BF9B437-7C5C-447A-8C3B-E631406C531C}" srcOrd="0" destOrd="0" parTransId="{B8D15560-47F1-454B-B8C2-C96B6750E036}" sibTransId="{9D2CB225-D3AC-427C-A036-86DFEB8C8079}"/>
    <dgm:cxn modelId="{7C9D004A-7960-43F5-9B78-FC7B70244E89}" type="presOf" srcId="{644EC4CD-75B5-4E31-9B57-CD889C355843}" destId="{6EC00325-B127-45E0-80DC-DCC76657FA2B}" srcOrd="0" destOrd="0" presId="urn:microsoft.com/office/officeart/2005/8/layout/hierarchy3"/>
    <dgm:cxn modelId="{E40DAD6A-6428-4701-B8E9-2DCDE33AA9FA}" type="presOf" srcId="{644EC4CD-75B5-4E31-9B57-CD889C355843}" destId="{6A9A6DD9-5708-4063-A082-184A9402FE08}" srcOrd="1" destOrd="0" presId="urn:microsoft.com/office/officeart/2005/8/layout/hierarchy3"/>
    <dgm:cxn modelId="{5415BC4B-B03A-4E5E-8342-10465F1214C0}" type="presOf" srcId="{106AFCFA-AFCB-440D-A5C5-2F1CEE61E4A8}" destId="{75BE1C34-678C-4547-8E2D-F0C3515D1E38}" srcOrd="0" destOrd="0" presId="urn:microsoft.com/office/officeart/2005/8/layout/hierarchy3"/>
    <dgm:cxn modelId="{40D16D97-1C17-4170-96CC-344B9B27E2A8}" type="presOf" srcId="{1C7FF038-EA1B-46E1-AA48-417E230C52E8}" destId="{45239643-9478-4C8E-8A0A-DC21912CDA52}" srcOrd="0" destOrd="0" presId="urn:microsoft.com/office/officeart/2005/8/layout/hierarchy3"/>
    <dgm:cxn modelId="{E362669D-F5E8-470B-8974-5795C37456C0}" type="presOf" srcId="{A30C05C9-1D3B-40CC-BC22-0C71005E7559}" destId="{7D0FB997-0A35-4CF3-9D34-37D18F18AD3E}" srcOrd="0" destOrd="0" presId="urn:microsoft.com/office/officeart/2005/8/layout/hierarchy3"/>
    <dgm:cxn modelId="{6CFD79A7-53F9-4962-81C6-0C195ECA87F9}" type="presOf" srcId="{6DAC84FC-4FE4-4B25-9D17-35A0550BBFC6}" destId="{42F7DC48-A23D-4E36-A629-67B726BED17C}" srcOrd="0" destOrd="0" presId="urn:microsoft.com/office/officeart/2005/8/layout/hierarchy3"/>
    <dgm:cxn modelId="{A5A4DEB9-B894-43B4-9E82-4756702E3DD7}" srcId="{6955B037-CFC0-407A-9632-78ABC992AFAE}" destId="{644EC4CD-75B5-4E31-9B57-CD889C355843}" srcOrd="0" destOrd="0" parTransId="{B8788818-3ABF-4804-A817-8AF2B5704577}" sibTransId="{DE8CB193-8080-4076-9EC9-821EFA45C228}"/>
    <dgm:cxn modelId="{95DA8FBA-FD43-4F3F-B580-9FD15B0441DB}" type="presOf" srcId="{AFA4E6C9-357F-4BB7-A08E-5A3BAB45BEF3}" destId="{B3E36C50-CF11-4C6C-8CD0-F0036EE22B8D}" srcOrd="0" destOrd="0" presId="urn:microsoft.com/office/officeart/2005/8/layout/hierarchy3"/>
    <dgm:cxn modelId="{F48626BB-95C4-44B7-B92E-DEB662E0B67C}" type="presOf" srcId="{1BF9B437-7C5C-447A-8C3B-E631406C531C}" destId="{1AF6C127-3D82-49B2-A6A1-4E5F04F3ED33}" srcOrd="0" destOrd="0" presId="urn:microsoft.com/office/officeart/2005/8/layout/hierarchy3"/>
    <dgm:cxn modelId="{2A1072C7-1950-44A4-AB63-28973050FBBA}" type="presOf" srcId="{6955B037-CFC0-407A-9632-78ABC992AFAE}" destId="{BBBD3399-449E-4F8D-AF8D-6E3DE653E30F}" srcOrd="0" destOrd="0" presId="urn:microsoft.com/office/officeart/2005/8/layout/hierarchy3"/>
    <dgm:cxn modelId="{613A39D0-FB04-4766-84D8-A03EDBF2F6F4}" srcId="{6955B037-CFC0-407A-9632-78ABC992AFAE}" destId="{106AFCFA-AFCB-440D-A5C5-2F1CEE61E4A8}" srcOrd="1" destOrd="0" parTransId="{EDB22D0B-3941-4DBB-A603-5C619F692CDB}" sibTransId="{AC8DC19E-9A19-4DD4-A93B-BE41FE942E71}"/>
    <dgm:cxn modelId="{5BC7DAD5-3515-4943-BB9E-9FD444E08875}" type="presOf" srcId="{D3E53040-3DCC-4830-A795-37DD003548D7}" destId="{E1466D17-FF85-49BB-B7F3-B16627CDBEA2}" srcOrd="0" destOrd="0" presId="urn:microsoft.com/office/officeart/2005/8/layout/hierarchy3"/>
    <dgm:cxn modelId="{B79345EC-37F5-4851-AD2D-3925711CAD86}" type="presOf" srcId="{E3310DD5-4136-4CF1-AF5F-A76D80A7887F}" destId="{15306855-E9C6-42DF-A8FA-A8C844315823}" srcOrd="0" destOrd="0" presId="urn:microsoft.com/office/officeart/2005/8/layout/hierarchy3"/>
    <dgm:cxn modelId="{643F93C6-3FBF-44E1-BF5A-7E9AB7944E7F}" type="presParOf" srcId="{BBBD3399-449E-4F8D-AF8D-6E3DE653E30F}" destId="{5D956326-7C56-4900-9A32-EC94A015634E}" srcOrd="0" destOrd="0" presId="urn:microsoft.com/office/officeart/2005/8/layout/hierarchy3"/>
    <dgm:cxn modelId="{DDA28AA9-2431-4D9E-AC78-5052F60BD172}" type="presParOf" srcId="{5D956326-7C56-4900-9A32-EC94A015634E}" destId="{1F0C47D3-4AFC-43DC-BFF5-641C9897282C}" srcOrd="0" destOrd="0" presId="urn:microsoft.com/office/officeart/2005/8/layout/hierarchy3"/>
    <dgm:cxn modelId="{F6F3E16A-F830-4EA5-8B3B-B1D8241BFA8A}" type="presParOf" srcId="{1F0C47D3-4AFC-43DC-BFF5-641C9897282C}" destId="{6EC00325-B127-45E0-80DC-DCC76657FA2B}" srcOrd="0" destOrd="0" presId="urn:microsoft.com/office/officeart/2005/8/layout/hierarchy3"/>
    <dgm:cxn modelId="{04894C90-42E4-49B8-BF8F-334955838A26}" type="presParOf" srcId="{1F0C47D3-4AFC-43DC-BFF5-641C9897282C}" destId="{6A9A6DD9-5708-4063-A082-184A9402FE08}" srcOrd="1" destOrd="0" presId="urn:microsoft.com/office/officeart/2005/8/layout/hierarchy3"/>
    <dgm:cxn modelId="{E603E06E-99CF-4EBF-AE32-FE5AE8434D79}" type="presParOf" srcId="{5D956326-7C56-4900-9A32-EC94A015634E}" destId="{3605F27A-32B8-4D4A-B3A0-3F9498838A8C}" srcOrd="1" destOrd="0" presId="urn:microsoft.com/office/officeart/2005/8/layout/hierarchy3"/>
    <dgm:cxn modelId="{3D1A76AE-BC48-4F1D-B761-9CAE8079FD01}" type="presParOf" srcId="{3605F27A-32B8-4D4A-B3A0-3F9498838A8C}" destId="{7D0FB997-0A35-4CF3-9D34-37D18F18AD3E}" srcOrd="0" destOrd="0" presId="urn:microsoft.com/office/officeart/2005/8/layout/hierarchy3"/>
    <dgm:cxn modelId="{A99866E1-026E-4061-8A48-4E5B14817760}" type="presParOf" srcId="{3605F27A-32B8-4D4A-B3A0-3F9498838A8C}" destId="{42F7DC48-A23D-4E36-A629-67B726BED17C}" srcOrd="1" destOrd="0" presId="urn:microsoft.com/office/officeart/2005/8/layout/hierarchy3"/>
    <dgm:cxn modelId="{E770F765-0940-47F4-BE6F-9F634F3A50B6}" type="presParOf" srcId="{3605F27A-32B8-4D4A-B3A0-3F9498838A8C}" destId="{B3E36C50-CF11-4C6C-8CD0-F0036EE22B8D}" srcOrd="2" destOrd="0" presId="urn:microsoft.com/office/officeart/2005/8/layout/hierarchy3"/>
    <dgm:cxn modelId="{AD26FE36-D4BD-4EF0-B1B7-2D344DD6797A}" type="presParOf" srcId="{3605F27A-32B8-4D4A-B3A0-3F9498838A8C}" destId="{15306855-E9C6-42DF-A8FA-A8C844315823}" srcOrd="3" destOrd="0" presId="urn:microsoft.com/office/officeart/2005/8/layout/hierarchy3"/>
    <dgm:cxn modelId="{A81442B4-83AD-4748-84E7-EDFCE593A1F5}" type="presParOf" srcId="{BBBD3399-449E-4F8D-AF8D-6E3DE653E30F}" destId="{8EBBD2B1-29B7-40F7-A44D-975C683ACB25}" srcOrd="1" destOrd="0" presId="urn:microsoft.com/office/officeart/2005/8/layout/hierarchy3"/>
    <dgm:cxn modelId="{DE7C0B45-63EF-46FF-BF20-BC532B67A943}" type="presParOf" srcId="{8EBBD2B1-29B7-40F7-A44D-975C683ACB25}" destId="{046F45B9-1A4B-48BC-9556-53E10C9FA0D1}" srcOrd="0" destOrd="0" presId="urn:microsoft.com/office/officeart/2005/8/layout/hierarchy3"/>
    <dgm:cxn modelId="{96731884-FA7E-485D-B3CC-7DAB498B25AB}" type="presParOf" srcId="{046F45B9-1A4B-48BC-9556-53E10C9FA0D1}" destId="{75BE1C34-678C-4547-8E2D-F0C3515D1E38}" srcOrd="0" destOrd="0" presId="urn:microsoft.com/office/officeart/2005/8/layout/hierarchy3"/>
    <dgm:cxn modelId="{617668D7-12A0-452D-9AE4-E87531BEE281}" type="presParOf" srcId="{046F45B9-1A4B-48BC-9556-53E10C9FA0D1}" destId="{833D57FC-5C71-4369-8867-D98AD278637B}" srcOrd="1" destOrd="0" presId="urn:microsoft.com/office/officeart/2005/8/layout/hierarchy3"/>
    <dgm:cxn modelId="{FFF7D58B-E690-4E10-9A01-32BEBF2382D5}" type="presParOf" srcId="{8EBBD2B1-29B7-40F7-A44D-975C683ACB25}" destId="{2383B2A9-B6B9-45A1-8FDF-B3F77DB0D2B7}" srcOrd="1" destOrd="0" presId="urn:microsoft.com/office/officeart/2005/8/layout/hierarchy3"/>
    <dgm:cxn modelId="{4ABC627A-3412-4085-BA6D-D56455FA6128}" type="presParOf" srcId="{2383B2A9-B6B9-45A1-8FDF-B3F77DB0D2B7}" destId="{7A6FC709-2E1B-47F2-831E-48937B3A05A2}" srcOrd="0" destOrd="0" presId="urn:microsoft.com/office/officeart/2005/8/layout/hierarchy3"/>
    <dgm:cxn modelId="{9946B363-EFC1-4442-B84A-ECE5C107B631}" type="presParOf" srcId="{2383B2A9-B6B9-45A1-8FDF-B3F77DB0D2B7}" destId="{1AF6C127-3D82-49B2-A6A1-4E5F04F3ED33}" srcOrd="1" destOrd="0" presId="urn:microsoft.com/office/officeart/2005/8/layout/hierarchy3"/>
    <dgm:cxn modelId="{F87DE147-5934-4EA7-AD90-F805D3219562}" type="presParOf" srcId="{2383B2A9-B6B9-45A1-8FDF-B3F77DB0D2B7}" destId="{45239643-9478-4C8E-8A0A-DC21912CDA52}" srcOrd="2" destOrd="0" presId="urn:microsoft.com/office/officeart/2005/8/layout/hierarchy3"/>
    <dgm:cxn modelId="{DBD9A987-1DB1-479A-A9AD-A849AF19D94E}" type="presParOf" srcId="{2383B2A9-B6B9-45A1-8FDF-B3F77DB0D2B7}" destId="{E1466D17-FF85-49BB-B7F3-B16627CDBEA2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1071E3E-4EAC-42B6-9290-C68B2CDBD5C9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16066F-F9A8-44D0-B88E-E503313A7EA1}">
      <dgm:prSet phldrT="[Text]"/>
      <dgm:spPr/>
      <dgm:t>
        <a:bodyPr/>
        <a:lstStyle/>
        <a:p>
          <a:r>
            <a:rPr lang="en-US"/>
            <a:t>Idea</a:t>
          </a:r>
        </a:p>
      </dgm:t>
    </dgm:pt>
    <dgm:pt modelId="{28AEAFB5-7DA0-402A-8963-BD24939A6F36}" type="parTrans" cxnId="{DA791AE6-1FD8-4623-B2D4-19F4E8F3CE66}">
      <dgm:prSet/>
      <dgm:spPr/>
      <dgm:t>
        <a:bodyPr/>
        <a:lstStyle/>
        <a:p>
          <a:endParaRPr lang="en-US"/>
        </a:p>
      </dgm:t>
    </dgm:pt>
    <dgm:pt modelId="{89D84158-420B-459D-B7A7-C8D243C39ED5}" type="sibTrans" cxnId="{DA791AE6-1FD8-4623-B2D4-19F4E8F3CE66}">
      <dgm:prSet/>
      <dgm:spPr/>
      <dgm:t>
        <a:bodyPr/>
        <a:lstStyle/>
        <a:p>
          <a:endParaRPr lang="en-US"/>
        </a:p>
      </dgm:t>
    </dgm:pt>
    <dgm:pt modelId="{3E238B78-3ACB-477C-A212-0DAA80552E87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2370B5A9-C6DD-4152-9F44-91661AB48A46}" type="parTrans" cxnId="{54DDA8B5-7BA0-4D65-BD25-46B549EA7A7D}">
      <dgm:prSet/>
      <dgm:spPr/>
      <dgm:t>
        <a:bodyPr/>
        <a:lstStyle/>
        <a:p>
          <a:endParaRPr lang="en-US"/>
        </a:p>
      </dgm:t>
    </dgm:pt>
    <dgm:pt modelId="{98B6AAC0-C4CD-485A-9008-2778F2951D91}" type="sibTrans" cxnId="{54DDA8B5-7BA0-4D65-BD25-46B549EA7A7D}">
      <dgm:prSet/>
      <dgm:spPr/>
      <dgm:t>
        <a:bodyPr/>
        <a:lstStyle/>
        <a:p>
          <a:endParaRPr lang="en-US"/>
        </a:p>
      </dgm:t>
    </dgm:pt>
    <dgm:pt modelId="{BB84EF53-5499-4004-89C2-4509DB52E909}">
      <dgm:prSet phldrT="[Text]"/>
      <dgm:spPr/>
      <dgm:t>
        <a:bodyPr/>
        <a:lstStyle/>
        <a:p>
          <a:r>
            <a:rPr lang="en-US"/>
            <a:t>Execute</a:t>
          </a:r>
        </a:p>
      </dgm:t>
    </dgm:pt>
    <dgm:pt modelId="{D3983701-CF6D-43E9-B427-3FD1706BE26E}" type="parTrans" cxnId="{2B776B45-470E-4E36-B393-DDDDAA9ED402}">
      <dgm:prSet/>
      <dgm:spPr/>
      <dgm:t>
        <a:bodyPr/>
        <a:lstStyle/>
        <a:p>
          <a:endParaRPr lang="en-US"/>
        </a:p>
      </dgm:t>
    </dgm:pt>
    <dgm:pt modelId="{1818753F-1FFD-4CEA-A929-7E94D169A867}" type="sibTrans" cxnId="{2B776B45-470E-4E36-B393-DDDDAA9ED402}">
      <dgm:prSet/>
      <dgm:spPr/>
      <dgm:t>
        <a:bodyPr/>
        <a:lstStyle/>
        <a:p>
          <a:endParaRPr lang="en-US"/>
        </a:p>
      </dgm:t>
    </dgm:pt>
    <dgm:pt modelId="{FEBEC386-DEB2-48B4-B84D-CAD1D0CBC2B3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5D122D10-585D-4B5F-974F-B36371594BE1}" type="parTrans" cxnId="{38B058E7-BF51-4447-8258-0F3A59AC280D}">
      <dgm:prSet/>
      <dgm:spPr/>
      <dgm:t>
        <a:bodyPr/>
        <a:lstStyle/>
        <a:p>
          <a:endParaRPr lang="en-US"/>
        </a:p>
      </dgm:t>
    </dgm:pt>
    <dgm:pt modelId="{A0A28B6A-19ED-41C7-B6FA-0AE6613D871E}" type="sibTrans" cxnId="{38B058E7-BF51-4447-8258-0F3A59AC280D}">
      <dgm:prSet/>
      <dgm:spPr/>
      <dgm:t>
        <a:bodyPr/>
        <a:lstStyle/>
        <a:p>
          <a:endParaRPr lang="en-US"/>
        </a:p>
      </dgm:t>
    </dgm:pt>
    <dgm:pt modelId="{0F4EA08A-15F3-4F67-88A3-26CD97361910}">
      <dgm:prSet phldrT="[Text]"/>
      <dgm:spPr/>
      <dgm:t>
        <a:bodyPr/>
        <a:lstStyle/>
        <a:p>
          <a:r>
            <a:rPr lang="en-US"/>
            <a:t>Improve</a:t>
          </a:r>
        </a:p>
      </dgm:t>
    </dgm:pt>
    <dgm:pt modelId="{D189CAB3-E2B0-432A-8776-FAF383EE54C9}" type="parTrans" cxnId="{7FC2BA32-D40D-4FAC-B075-0787016A577C}">
      <dgm:prSet/>
      <dgm:spPr/>
      <dgm:t>
        <a:bodyPr/>
        <a:lstStyle/>
        <a:p>
          <a:endParaRPr lang="en-US"/>
        </a:p>
      </dgm:t>
    </dgm:pt>
    <dgm:pt modelId="{22F8D5E2-6FE7-4A95-A855-F7F61DD38287}" type="sibTrans" cxnId="{7FC2BA32-D40D-4FAC-B075-0787016A577C}">
      <dgm:prSet/>
      <dgm:spPr/>
      <dgm:t>
        <a:bodyPr/>
        <a:lstStyle/>
        <a:p>
          <a:endParaRPr lang="en-US"/>
        </a:p>
      </dgm:t>
    </dgm:pt>
    <dgm:pt modelId="{6773C778-7589-4D08-9D86-580BD0092AB0}" type="pres">
      <dgm:prSet presAssocID="{F1071E3E-4EAC-42B6-9290-C68B2CDBD5C9}" presName="cycle" presStyleCnt="0">
        <dgm:presLayoutVars>
          <dgm:dir/>
          <dgm:resizeHandles val="exact"/>
        </dgm:presLayoutVars>
      </dgm:prSet>
      <dgm:spPr/>
    </dgm:pt>
    <dgm:pt modelId="{C14A2DB3-EEB8-42CF-AF5F-C2D967CEF8F5}" type="pres">
      <dgm:prSet presAssocID="{ED16066F-F9A8-44D0-B88E-E503313A7EA1}" presName="node" presStyleLbl="node1" presStyleIdx="0" presStyleCnt="5">
        <dgm:presLayoutVars>
          <dgm:bulletEnabled val="1"/>
        </dgm:presLayoutVars>
      </dgm:prSet>
      <dgm:spPr/>
    </dgm:pt>
    <dgm:pt modelId="{909A9303-E841-4D03-92F2-2F8CDCE168AF}" type="pres">
      <dgm:prSet presAssocID="{89D84158-420B-459D-B7A7-C8D243C39ED5}" presName="sibTrans" presStyleLbl="sibTrans2D1" presStyleIdx="0" presStyleCnt="5"/>
      <dgm:spPr/>
    </dgm:pt>
    <dgm:pt modelId="{6228125B-5CFD-4E65-B3E4-846E4C2E2853}" type="pres">
      <dgm:prSet presAssocID="{89D84158-420B-459D-B7A7-C8D243C39ED5}" presName="connectorText" presStyleLbl="sibTrans2D1" presStyleIdx="0" presStyleCnt="5"/>
      <dgm:spPr/>
    </dgm:pt>
    <dgm:pt modelId="{1BD2DCCB-6B26-4472-A77F-0C075616E08C}" type="pres">
      <dgm:prSet presAssocID="{3E238B78-3ACB-477C-A212-0DAA80552E87}" presName="node" presStyleLbl="node1" presStyleIdx="1" presStyleCnt="5">
        <dgm:presLayoutVars>
          <dgm:bulletEnabled val="1"/>
        </dgm:presLayoutVars>
      </dgm:prSet>
      <dgm:spPr/>
    </dgm:pt>
    <dgm:pt modelId="{6CDF908A-B37C-40BE-A6FD-FFBCBB96DDCF}" type="pres">
      <dgm:prSet presAssocID="{98B6AAC0-C4CD-485A-9008-2778F2951D91}" presName="sibTrans" presStyleLbl="sibTrans2D1" presStyleIdx="1" presStyleCnt="5"/>
      <dgm:spPr/>
    </dgm:pt>
    <dgm:pt modelId="{9FDCDE03-C420-4BED-AEF3-6B455FFBABAC}" type="pres">
      <dgm:prSet presAssocID="{98B6AAC0-C4CD-485A-9008-2778F2951D91}" presName="connectorText" presStyleLbl="sibTrans2D1" presStyleIdx="1" presStyleCnt="5"/>
      <dgm:spPr/>
    </dgm:pt>
    <dgm:pt modelId="{3143F5C1-A6C5-496D-B0E5-F4A26DA450A6}" type="pres">
      <dgm:prSet presAssocID="{BB84EF53-5499-4004-89C2-4509DB52E909}" presName="node" presStyleLbl="node1" presStyleIdx="2" presStyleCnt="5">
        <dgm:presLayoutVars>
          <dgm:bulletEnabled val="1"/>
        </dgm:presLayoutVars>
      </dgm:prSet>
      <dgm:spPr/>
    </dgm:pt>
    <dgm:pt modelId="{93B5B87A-42C7-4DA6-AE57-07ED7F758E37}" type="pres">
      <dgm:prSet presAssocID="{1818753F-1FFD-4CEA-A929-7E94D169A867}" presName="sibTrans" presStyleLbl="sibTrans2D1" presStyleIdx="2" presStyleCnt="5"/>
      <dgm:spPr/>
    </dgm:pt>
    <dgm:pt modelId="{A1DB97F4-5940-42D3-BE1B-CED3EA4012A1}" type="pres">
      <dgm:prSet presAssocID="{1818753F-1FFD-4CEA-A929-7E94D169A867}" presName="connectorText" presStyleLbl="sibTrans2D1" presStyleIdx="2" presStyleCnt="5"/>
      <dgm:spPr/>
    </dgm:pt>
    <dgm:pt modelId="{DB86BDCC-5903-4C3F-809E-986264738609}" type="pres">
      <dgm:prSet presAssocID="{FEBEC386-DEB2-48B4-B84D-CAD1D0CBC2B3}" presName="node" presStyleLbl="node1" presStyleIdx="3" presStyleCnt="5">
        <dgm:presLayoutVars>
          <dgm:bulletEnabled val="1"/>
        </dgm:presLayoutVars>
      </dgm:prSet>
      <dgm:spPr/>
    </dgm:pt>
    <dgm:pt modelId="{053C7926-696F-4027-9C4C-0281D001D7CC}" type="pres">
      <dgm:prSet presAssocID="{A0A28B6A-19ED-41C7-B6FA-0AE6613D871E}" presName="sibTrans" presStyleLbl="sibTrans2D1" presStyleIdx="3" presStyleCnt="5"/>
      <dgm:spPr/>
    </dgm:pt>
    <dgm:pt modelId="{B4F137A4-044B-4A8E-96E4-08266DB206F3}" type="pres">
      <dgm:prSet presAssocID="{A0A28B6A-19ED-41C7-B6FA-0AE6613D871E}" presName="connectorText" presStyleLbl="sibTrans2D1" presStyleIdx="3" presStyleCnt="5"/>
      <dgm:spPr/>
    </dgm:pt>
    <dgm:pt modelId="{5C1C9887-7377-4410-8BB3-E3B6E5552D9C}" type="pres">
      <dgm:prSet presAssocID="{0F4EA08A-15F3-4F67-88A3-26CD97361910}" presName="node" presStyleLbl="node1" presStyleIdx="4" presStyleCnt="5">
        <dgm:presLayoutVars>
          <dgm:bulletEnabled val="1"/>
        </dgm:presLayoutVars>
      </dgm:prSet>
      <dgm:spPr/>
    </dgm:pt>
    <dgm:pt modelId="{F6508237-AE4B-446F-BDFA-A3A51B537C06}" type="pres">
      <dgm:prSet presAssocID="{22F8D5E2-6FE7-4A95-A855-F7F61DD38287}" presName="sibTrans" presStyleLbl="sibTrans2D1" presStyleIdx="4" presStyleCnt="5"/>
      <dgm:spPr/>
    </dgm:pt>
    <dgm:pt modelId="{3C354577-B8DE-4424-B580-17BCDE715C09}" type="pres">
      <dgm:prSet presAssocID="{22F8D5E2-6FE7-4A95-A855-F7F61DD38287}" presName="connectorText" presStyleLbl="sibTrans2D1" presStyleIdx="4" presStyleCnt="5"/>
      <dgm:spPr/>
    </dgm:pt>
  </dgm:ptLst>
  <dgm:cxnLst>
    <dgm:cxn modelId="{A8AB1304-481F-4AA0-83E9-5245C528EF25}" type="presOf" srcId="{1818753F-1FFD-4CEA-A929-7E94D169A867}" destId="{A1DB97F4-5940-42D3-BE1B-CED3EA4012A1}" srcOrd="1" destOrd="0" presId="urn:microsoft.com/office/officeart/2005/8/layout/cycle2"/>
    <dgm:cxn modelId="{DEC4D306-1D2D-4EDA-AA3E-20722CB3A727}" type="presOf" srcId="{22F8D5E2-6FE7-4A95-A855-F7F61DD38287}" destId="{3C354577-B8DE-4424-B580-17BCDE715C09}" srcOrd="1" destOrd="0" presId="urn:microsoft.com/office/officeart/2005/8/layout/cycle2"/>
    <dgm:cxn modelId="{2F092610-F88F-4C6B-9F80-0D6FB9B37970}" type="presOf" srcId="{FEBEC386-DEB2-48B4-B84D-CAD1D0CBC2B3}" destId="{DB86BDCC-5903-4C3F-809E-986264738609}" srcOrd="0" destOrd="0" presId="urn:microsoft.com/office/officeart/2005/8/layout/cycle2"/>
    <dgm:cxn modelId="{7CFBEB19-9970-4806-93CC-5A4CAC412FAA}" type="presOf" srcId="{22F8D5E2-6FE7-4A95-A855-F7F61DD38287}" destId="{F6508237-AE4B-446F-BDFA-A3A51B537C06}" srcOrd="0" destOrd="0" presId="urn:microsoft.com/office/officeart/2005/8/layout/cycle2"/>
    <dgm:cxn modelId="{7FC2BA32-D40D-4FAC-B075-0787016A577C}" srcId="{F1071E3E-4EAC-42B6-9290-C68B2CDBD5C9}" destId="{0F4EA08A-15F3-4F67-88A3-26CD97361910}" srcOrd="4" destOrd="0" parTransId="{D189CAB3-E2B0-432A-8776-FAF383EE54C9}" sibTransId="{22F8D5E2-6FE7-4A95-A855-F7F61DD38287}"/>
    <dgm:cxn modelId="{2B776B45-470E-4E36-B393-DDDDAA9ED402}" srcId="{F1071E3E-4EAC-42B6-9290-C68B2CDBD5C9}" destId="{BB84EF53-5499-4004-89C2-4509DB52E909}" srcOrd="2" destOrd="0" parTransId="{D3983701-CF6D-43E9-B427-3FD1706BE26E}" sibTransId="{1818753F-1FFD-4CEA-A929-7E94D169A867}"/>
    <dgm:cxn modelId="{21D21F72-4855-42FF-A6BE-30B52051342A}" type="presOf" srcId="{A0A28B6A-19ED-41C7-B6FA-0AE6613D871E}" destId="{053C7926-696F-4027-9C4C-0281D001D7CC}" srcOrd="0" destOrd="0" presId="urn:microsoft.com/office/officeart/2005/8/layout/cycle2"/>
    <dgm:cxn modelId="{AA1B6676-D2E0-4BA4-BE63-9BB226B034D6}" type="presOf" srcId="{A0A28B6A-19ED-41C7-B6FA-0AE6613D871E}" destId="{B4F137A4-044B-4A8E-96E4-08266DB206F3}" srcOrd="1" destOrd="0" presId="urn:microsoft.com/office/officeart/2005/8/layout/cycle2"/>
    <dgm:cxn modelId="{0D31FD8B-5244-402D-91B2-E396113175DE}" type="presOf" srcId="{89D84158-420B-459D-B7A7-C8D243C39ED5}" destId="{909A9303-E841-4D03-92F2-2F8CDCE168AF}" srcOrd="0" destOrd="0" presId="urn:microsoft.com/office/officeart/2005/8/layout/cycle2"/>
    <dgm:cxn modelId="{4DBFCC98-9F43-4C06-990D-5FB1B7CA4A60}" type="presOf" srcId="{98B6AAC0-C4CD-485A-9008-2778F2951D91}" destId="{9FDCDE03-C420-4BED-AEF3-6B455FFBABAC}" srcOrd="1" destOrd="0" presId="urn:microsoft.com/office/officeart/2005/8/layout/cycle2"/>
    <dgm:cxn modelId="{03F206A1-846E-4960-9294-D478B678A03A}" type="presOf" srcId="{0F4EA08A-15F3-4F67-88A3-26CD97361910}" destId="{5C1C9887-7377-4410-8BB3-E3B6E5552D9C}" srcOrd="0" destOrd="0" presId="urn:microsoft.com/office/officeart/2005/8/layout/cycle2"/>
    <dgm:cxn modelId="{5D85C4A5-2675-473E-A566-5112474CB834}" type="presOf" srcId="{BB84EF53-5499-4004-89C2-4509DB52E909}" destId="{3143F5C1-A6C5-496D-B0E5-F4A26DA450A6}" srcOrd="0" destOrd="0" presId="urn:microsoft.com/office/officeart/2005/8/layout/cycle2"/>
    <dgm:cxn modelId="{4C3CB1AC-CB18-4D31-88AA-0CFC3F04E38D}" type="presOf" srcId="{ED16066F-F9A8-44D0-B88E-E503313A7EA1}" destId="{C14A2DB3-EEB8-42CF-AF5F-C2D967CEF8F5}" srcOrd="0" destOrd="0" presId="urn:microsoft.com/office/officeart/2005/8/layout/cycle2"/>
    <dgm:cxn modelId="{5F022AB0-377F-47EB-8AAD-6D4DBF762F5B}" type="presOf" srcId="{3E238B78-3ACB-477C-A212-0DAA80552E87}" destId="{1BD2DCCB-6B26-4472-A77F-0C075616E08C}" srcOrd="0" destOrd="0" presId="urn:microsoft.com/office/officeart/2005/8/layout/cycle2"/>
    <dgm:cxn modelId="{54DDA8B5-7BA0-4D65-BD25-46B549EA7A7D}" srcId="{F1071E3E-4EAC-42B6-9290-C68B2CDBD5C9}" destId="{3E238B78-3ACB-477C-A212-0DAA80552E87}" srcOrd="1" destOrd="0" parTransId="{2370B5A9-C6DD-4152-9F44-91661AB48A46}" sibTransId="{98B6AAC0-C4CD-485A-9008-2778F2951D91}"/>
    <dgm:cxn modelId="{66B9AED4-6A00-4783-91CE-F5C362536AE8}" type="presOf" srcId="{98B6AAC0-C4CD-485A-9008-2778F2951D91}" destId="{6CDF908A-B37C-40BE-A6FD-FFBCBB96DDCF}" srcOrd="0" destOrd="0" presId="urn:microsoft.com/office/officeart/2005/8/layout/cycle2"/>
    <dgm:cxn modelId="{15CF12DF-B315-438F-B27B-DA7CE8526B8D}" type="presOf" srcId="{1818753F-1FFD-4CEA-A929-7E94D169A867}" destId="{93B5B87A-42C7-4DA6-AE57-07ED7F758E37}" srcOrd="0" destOrd="0" presId="urn:microsoft.com/office/officeart/2005/8/layout/cycle2"/>
    <dgm:cxn modelId="{A8FB06E2-BB8C-4922-A2A8-BB2D436B7873}" type="presOf" srcId="{F1071E3E-4EAC-42B6-9290-C68B2CDBD5C9}" destId="{6773C778-7589-4D08-9D86-580BD0092AB0}" srcOrd="0" destOrd="0" presId="urn:microsoft.com/office/officeart/2005/8/layout/cycle2"/>
    <dgm:cxn modelId="{DA791AE6-1FD8-4623-B2D4-19F4E8F3CE66}" srcId="{F1071E3E-4EAC-42B6-9290-C68B2CDBD5C9}" destId="{ED16066F-F9A8-44D0-B88E-E503313A7EA1}" srcOrd="0" destOrd="0" parTransId="{28AEAFB5-7DA0-402A-8963-BD24939A6F36}" sibTransId="{89D84158-420B-459D-B7A7-C8D243C39ED5}"/>
    <dgm:cxn modelId="{38B058E7-BF51-4447-8258-0F3A59AC280D}" srcId="{F1071E3E-4EAC-42B6-9290-C68B2CDBD5C9}" destId="{FEBEC386-DEB2-48B4-B84D-CAD1D0CBC2B3}" srcOrd="3" destOrd="0" parTransId="{5D122D10-585D-4B5F-974F-B36371594BE1}" sibTransId="{A0A28B6A-19ED-41C7-B6FA-0AE6613D871E}"/>
    <dgm:cxn modelId="{0CC28AF8-B9F5-4369-9990-780A4669A532}" type="presOf" srcId="{89D84158-420B-459D-B7A7-C8D243C39ED5}" destId="{6228125B-5CFD-4E65-B3E4-846E4C2E2853}" srcOrd="1" destOrd="0" presId="urn:microsoft.com/office/officeart/2005/8/layout/cycle2"/>
    <dgm:cxn modelId="{995939CD-0FFB-4DD1-8805-FFAD31708547}" type="presParOf" srcId="{6773C778-7589-4D08-9D86-580BD0092AB0}" destId="{C14A2DB3-EEB8-42CF-AF5F-C2D967CEF8F5}" srcOrd="0" destOrd="0" presId="urn:microsoft.com/office/officeart/2005/8/layout/cycle2"/>
    <dgm:cxn modelId="{5AF7DDB4-F63C-4E1A-8D9E-DA553B47B552}" type="presParOf" srcId="{6773C778-7589-4D08-9D86-580BD0092AB0}" destId="{909A9303-E841-4D03-92F2-2F8CDCE168AF}" srcOrd="1" destOrd="0" presId="urn:microsoft.com/office/officeart/2005/8/layout/cycle2"/>
    <dgm:cxn modelId="{ACDFB3E6-DC69-438D-832F-603B780D7781}" type="presParOf" srcId="{909A9303-E841-4D03-92F2-2F8CDCE168AF}" destId="{6228125B-5CFD-4E65-B3E4-846E4C2E2853}" srcOrd="0" destOrd="0" presId="urn:microsoft.com/office/officeart/2005/8/layout/cycle2"/>
    <dgm:cxn modelId="{8A81CB2E-0D69-4E6B-9334-50687CB238A4}" type="presParOf" srcId="{6773C778-7589-4D08-9D86-580BD0092AB0}" destId="{1BD2DCCB-6B26-4472-A77F-0C075616E08C}" srcOrd="2" destOrd="0" presId="urn:microsoft.com/office/officeart/2005/8/layout/cycle2"/>
    <dgm:cxn modelId="{C5359D46-4DF6-4106-9881-51D647BACC5C}" type="presParOf" srcId="{6773C778-7589-4D08-9D86-580BD0092AB0}" destId="{6CDF908A-B37C-40BE-A6FD-FFBCBB96DDCF}" srcOrd="3" destOrd="0" presId="urn:microsoft.com/office/officeart/2005/8/layout/cycle2"/>
    <dgm:cxn modelId="{AD1C304E-6680-4914-807E-D7C51CE6E35D}" type="presParOf" srcId="{6CDF908A-B37C-40BE-A6FD-FFBCBB96DDCF}" destId="{9FDCDE03-C420-4BED-AEF3-6B455FFBABAC}" srcOrd="0" destOrd="0" presId="urn:microsoft.com/office/officeart/2005/8/layout/cycle2"/>
    <dgm:cxn modelId="{46AD6F8D-5453-4218-916F-B250ACE4041D}" type="presParOf" srcId="{6773C778-7589-4D08-9D86-580BD0092AB0}" destId="{3143F5C1-A6C5-496D-B0E5-F4A26DA450A6}" srcOrd="4" destOrd="0" presId="urn:microsoft.com/office/officeart/2005/8/layout/cycle2"/>
    <dgm:cxn modelId="{ED932FE1-2563-4A90-98A3-7E3F3E7A390B}" type="presParOf" srcId="{6773C778-7589-4D08-9D86-580BD0092AB0}" destId="{93B5B87A-42C7-4DA6-AE57-07ED7F758E37}" srcOrd="5" destOrd="0" presId="urn:microsoft.com/office/officeart/2005/8/layout/cycle2"/>
    <dgm:cxn modelId="{F9E00599-175E-4C35-A71A-57D8E8A43D9F}" type="presParOf" srcId="{93B5B87A-42C7-4DA6-AE57-07ED7F758E37}" destId="{A1DB97F4-5940-42D3-BE1B-CED3EA4012A1}" srcOrd="0" destOrd="0" presId="urn:microsoft.com/office/officeart/2005/8/layout/cycle2"/>
    <dgm:cxn modelId="{E4D2EC65-75A9-44BC-8687-8E30117B40B1}" type="presParOf" srcId="{6773C778-7589-4D08-9D86-580BD0092AB0}" destId="{DB86BDCC-5903-4C3F-809E-986264738609}" srcOrd="6" destOrd="0" presId="urn:microsoft.com/office/officeart/2005/8/layout/cycle2"/>
    <dgm:cxn modelId="{471E1ED8-C587-46B1-8A49-18D38B48C302}" type="presParOf" srcId="{6773C778-7589-4D08-9D86-580BD0092AB0}" destId="{053C7926-696F-4027-9C4C-0281D001D7CC}" srcOrd="7" destOrd="0" presId="urn:microsoft.com/office/officeart/2005/8/layout/cycle2"/>
    <dgm:cxn modelId="{13ED888D-22CD-45DC-96DC-AFA98AF67E43}" type="presParOf" srcId="{053C7926-696F-4027-9C4C-0281D001D7CC}" destId="{B4F137A4-044B-4A8E-96E4-08266DB206F3}" srcOrd="0" destOrd="0" presId="urn:microsoft.com/office/officeart/2005/8/layout/cycle2"/>
    <dgm:cxn modelId="{0B045D83-89A0-4BDF-8386-749AFB4CDD2D}" type="presParOf" srcId="{6773C778-7589-4D08-9D86-580BD0092AB0}" destId="{5C1C9887-7377-4410-8BB3-E3B6E5552D9C}" srcOrd="8" destOrd="0" presId="urn:microsoft.com/office/officeart/2005/8/layout/cycle2"/>
    <dgm:cxn modelId="{8A8362EE-A5E3-4C0E-83D4-5D7CEBB9F4D4}" type="presParOf" srcId="{6773C778-7589-4D08-9D86-580BD0092AB0}" destId="{F6508237-AE4B-446F-BDFA-A3A51B537C06}" srcOrd="9" destOrd="0" presId="urn:microsoft.com/office/officeart/2005/8/layout/cycle2"/>
    <dgm:cxn modelId="{66AA0E9B-A0B1-436C-8DBD-F66611D66CFE}" type="presParOf" srcId="{F6508237-AE4B-446F-BDFA-A3A51B537C06}" destId="{3C354577-B8DE-4424-B580-17BCDE715C09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2664FB-A525-4A53-9BB1-9D1D0783210F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6773C76-3C66-4ABC-B864-A8FD7A893895}">
      <dgm:prSet phldrT="[Text]"/>
      <dgm:spPr/>
      <dgm:t>
        <a:bodyPr/>
        <a:lstStyle/>
        <a:p>
          <a:r>
            <a:rPr lang="en-US"/>
            <a:t>Requirement 1</a:t>
          </a:r>
        </a:p>
      </dgm:t>
    </dgm:pt>
    <dgm:pt modelId="{1A2D1304-84A5-499A-AF50-29E096E69DEC}" type="parTrans" cxnId="{F67E8E8F-8CC9-4D41-B936-FD2F242B7B4D}">
      <dgm:prSet/>
      <dgm:spPr/>
      <dgm:t>
        <a:bodyPr/>
        <a:lstStyle/>
        <a:p>
          <a:endParaRPr lang="en-US"/>
        </a:p>
      </dgm:t>
    </dgm:pt>
    <dgm:pt modelId="{7B821DAA-82FF-4E59-B34E-2642AADE3D92}" type="sibTrans" cxnId="{F67E8E8F-8CC9-4D41-B936-FD2F242B7B4D}">
      <dgm:prSet/>
      <dgm:spPr/>
      <dgm:t>
        <a:bodyPr/>
        <a:lstStyle/>
        <a:p>
          <a:endParaRPr lang="en-US"/>
        </a:p>
      </dgm:t>
    </dgm:pt>
    <dgm:pt modelId="{514B3D49-2BF9-4113-A93E-5CBBEAF47837}">
      <dgm:prSet phldrT="[Text]"/>
      <dgm:spPr/>
      <dgm:t>
        <a:bodyPr/>
        <a:lstStyle/>
        <a:p>
          <a:r>
            <a:rPr lang="en-US"/>
            <a:t>Requirement 2</a:t>
          </a:r>
        </a:p>
      </dgm:t>
    </dgm:pt>
    <dgm:pt modelId="{D5A2D911-8011-47D2-9D8C-D0DD7BB238EA}" type="parTrans" cxnId="{1AC0B02C-20F2-4E01-867B-B282EE2860E8}">
      <dgm:prSet/>
      <dgm:spPr/>
      <dgm:t>
        <a:bodyPr/>
        <a:lstStyle/>
        <a:p>
          <a:endParaRPr lang="en-US"/>
        </a:p>
      </dgm:t>
    </dgm:pt>
    <dgm:pt modelId="{407C311B-2200-43E2-A73F-625423447DF8}" type="sibTrans" cxnId="{1AC0B02C-20F2-4E01-867B-B282EE2860E8}">
      <dgm:prSet/>
      <dgm:spPr/>
      <dgm:t>
        <a:bodyPr/>
        <a:lstStyle/>
        <a:p>
          <a:endParaRPr lang="en-US"/>
        </a:p>
      </dgm:t>
    </dgm:pt>
    <dgm:pt modelId="{77F96D5B-6CF3-4197-9C0B-7953B3E748B1}">
      <dgm:prSet phldrT="[Text]"/>
      <dgm:spPr/>
      <dgm:t>
        <a:bodyPr/>
        <a:lstStyle/>
        <a:p>
          <a:r>
            <a:rPr lang="en-US"/>
            <a:t>Requirement 3</a:t>
          </a:r>
        </a:p>
      </dgm:t>
    </dgm:pt>
    <dgm:pt modelId="{DC1085B7-9ECA-4566-B18A-CCD3B9330BE7}" type="parTrans" cxnId="{C14F7305-83B1-4997-904D-C15E77E31AA8}">
      <dgm:prSet/>
      <dgm:spPr/>
      <dgm:t>
        <a:bodyPr/>
        <a:lstStyle/>
        <a:p>
          <a:endParaRPr lang="en-US"/>
        </a:p>
      </dgm:t>
    </dgm:pt>
    <dgm:pt modelId="{B5C1AE72-A52E-4A6C-8554-0866A32917F1}" type="sibTrans" cxnId="{C14F7305-83B1-4997-904D-C15E77E31AA8}">
      <dgm:prSet/>
      <dgm:spPr/>
      <dgm:t>
        <a:bodyPr/>
        <a:lstStyle/>
        <a:p>
          <a:endParaRPr lang="en-US"/>
        </a:p>
      </dgm:t>
    </dgm:pt>
    <dgm:pt modelId="{93B65D96-EB43-4E77-8D78-06C38C068279}">
      <dgm:prSet phldrT="[Text]"/>
      <dgm:spPr/>
      <dgm:t>
        <a:bodyPr/>
        <a:lstStyle/>
        <a:p>
          <a:r>
            <a:rPr lang="en-US"/>
            <a:t>Requirement 4</a:t>
          </a:r>
        </a:p>
      </dgm:t>
    </dgm:pt>
    <dgm:pt modelId="{35D70A7D-6AD8-4CE1-8C81-A594D09009ED}" type="parTrans" cxnId="{4BD5E15B-BB4F-43EA-BB78-D2C2C231311C}">
      <dgm:prSet/>
      <dgm:spPr/>
      <dgm:t>
        <a:bodyPr/>
        <a:lstStyle/>
        <a:p>
          <a:endParaRPr lang="en-US"/>
        </a:p>
      </dgm:t>
    </dgm:pt>
    <dgm:pt modelId="{5BE0B079-7B31-4D0A-82C9-FFE937823360}" type="sibTrans" cxnId="{4BD5E15B-BB4F-43EA-BB78-D2C2C231311C}">
      <dgm:prSet/>
      <dgm:spPr/>
      <dgm:t>
        <a:bodyPr/>
        <a:lstStyle/>
        <a:p>
          <a:endParaRPr lang="en-US"/>
        </a:p>
      </dgm:t>
    </dgm:pt>
    <dgm:pt modelId="{1C08B099-D0FF-417D-B802-5D55FBF54CA3}">
      <dgm:prSet phldrT="[Text]" phldr="1"/>
      <dgm:spPr/>
      <dgm:t>
        <a:bodyPr/>
        <a:lstStyle/>
        <a:p>
          <a:endParaRPr lang="en-US"/>
        </a:p>
      </dgm:t>
    </dgm:pt>
    <dgm:pt modelId="{DEEC5B2F-A080-42D3-8495-ACD1771F9C3D}" type="parTrans" cxnId="{0BD6D16C-FEFD-4340-9514-7444D984E27D}">
      <dgm:prSet/>
      <dgm:spPr/>
      <dgm:t>
        <a:bodyPr/>
        <a:lstStyle/>
        <a:p>
          <a:endParaRPr lang="en-US"/>
        </a:p>
      </dgm:t>
    </dgm:pt>
    <dgm:pt modelId="{E8F6BE52-2B53-4665-9C74-CDFBD7649BF6}" type="sibTrans" cxnId="{0BD6D16C-FEFD-4340-9514-7444D984E27D}">
      <dgm:prSet/>
      <dgm:spPr/>
      <dgm:t>
        <a:bodyPr/>
        <a:lstStyle/>
        <a:p>
          <a:endParaRPr lang="en-US"/>
        </a:p>
      </dgm:t>
    </dgm:pt>
    <dgm:pt modelId="{15868964-6DC4-4CCD-AE21-9D919C0B1902}" type="pres">
      <dgm:prSet presAssocID="{662664FB-A525-4A53-9BB1-9D1D0783210F}" presName="diagram" presStyleCnt="0">
        <dgm:presLayoutVars>
          <dgm:dir/>
          <dgm:resizeHandles val="exact"/>
        </dgm:presLayoutVars>
      </dgm:prSet>
      <dgm:spPr/>
    </dgm:pt>
    <dgm:pt modelId="{38F40D9C-BF7A-44C2-8A76-54EA24B3D38F}" type="pres">
      <dgm:prSet presAssocID="{A6773C76-3C66-4ABC-B864-A8FD7A893895}" presName="node" presStyleLbl="node1" presStyleIdx="0" presStyleCnt="5">
        <dgm:presLayoutVars>
          <dgm:bulletEnabled val="1"/>
        </dgm:presLayoutVars>
      </dgm:prSet>
      <dgm:spPr/>
    </dgm:pt>
    <dgm:pt modelId="{D464E588-7206-4962-BAE6-B4F9ACFF1E81}" type="pres">
      <dgm:prSet presAssocID="{7B821DAA-82FF-4E59-B34E-2642AADE3D92}" presName="sibTrans" presStyleCnt="0"/>
      <dgm:spPr/>
    </dgm:pt>
    <dgm:pt modelId="{CF91CB17-BBAB-447C-8CF2-6DF731908531}" type="pres">
      <dgm:prSet presAssocID="{514B3D49-2BF9-4113-A93E-5CBBEAF47837}" presName="node" presStyleLbl="node1" presStyleIdx="1" presStyleCnt="5">
        <dgm:presLayoutVars>
          <dgm:bulletEnabled val="1"/>
        </dgm:presLayoutVars>
      </dgm:prSet>
      <dgm:spPr/>
    </dgm:pt>
    <dgm:pt modelId="{6FFE8B5F-FE88-4228-AB38-442DE08F64E7}" type="pres">
      <dgm:prSet presAssocID="{407C311B-2200-43E2-A73F-625423447DF8}" presName="sibTrans" presStyleCnt="0"/>
      <dgm:spPr/>
    </dgm:pt>
    <dgm:pt modelId="{5E128EC6-0D0B-46C8-B42B-6F86E0F93D68}" type="pres">
      <dgm:prSet presAssocID="{77F96D5B-6CF3-4197-9C0B-7953B3E748B1}" presName="node" presStyleLbl="node1" presStyleIdx="2" presStyleCnt="5">
        <dgm:presLayoutVars>
          <dgm:bulletEnabled val="1"/>
        </dgm:presLayoutVars>
      </dgm:prSet>
      <dgm:spPr/>
    </dgm:pt>
    <dgm:pt modelId="{6A17245D-2A91-4F50-8E19-47A9B51B14A1}" type="pres">
      <dgm:prSet presAssocID="{B5C1AE72-A52E-4A6C-8554-0866A32917F1}" presName="sibTrans" presStyleCnt="0"/>
      <dgm:spPr/>
    </dgm:pt>
    <dgm:pt modelId="{513D2320-41E0-4865-9C26-177359F1CD11}" type="pres">
      <dgm:prSet presAssocID="{93B65D96-EB43-4E77-8D78-06C38C068279}" presName="node" presStyleLbl="node1" presStyleIdx="3" presStyleCnt="5">
        <dgm:presLayoutVars>
          <dgm:bulletEnabled val="1"/>
        </dgm:presLayoutVars>
      </dgm:prSet>
      <dgm:spPr/>
    </dgm:pt>
    <dgm:pt modelId="{5E1472A9-E060-444B-8C89-AD5089C4B3CD}" type="pres">
      <dgm:prSet presAssocID="{5BE0B079-7B31-4D0A-82C9-FFE937823360}" presName="sibTrans" presStyleCnt="0"/>
      <dgm:spPr/>
    </dgm:pt>
    <dgm:pt modelId="{808D8394-5D34-4857-AC5F-F8AB25858F11}" type="pres">
      <dgm:prSet presAssocID="{1C08B099-D0FF-417D-B802-5D55FBF54CA3}" presName="node" presStyleLbl="node1" presStyleIdx="4" presStyleCnt="5">
        <dgm:presLayoutVars>
          <dgm:bulletEnabled val="1"/>
        </dgm:presLayoutVars>
      </dgm:prSet>
      <dgm:spPr/>
    </dgm:pt>
  </dgm:ptLst>
  <dgm:cxnLst>
    <dgm:cxn modelId="{C14F7305-83B1-4997-904D-C15E77E31AA8}" srcId="{662664FB-A525-4A53-9BB1-9D1D0783210F}" destId="{77F96D5B-6CF3-4197-9C0B-7953B3E748B1}" srcOrd="2" destOrd="0" parTransId="{DC1085B7-9ECA-4566-B18A-CCD3B9330BE7}" sibTransId="{B5C1AE72-A52E-4A6C-8554-0866A32917F1}"/>
    <dgm:cxn modelId="{77F35F2A-C34F-4D6A-92F8-C3DDF14FF2DC}" type="presOf" srcId="{514B3D49-2BF9-4113-A93E-5CBBEAF47837}" destId="{CF91CB17-BBAB-447C-8CF2-6DF731908531}" srcOrd="0" destOrd="0" presId="urn:microsoft.com/office/officeart/2005/8/layout/default"/>
    <dgm:cxn modelId="{1AC0B02C-20F2-4E01-867B-B282EE2860E8}" srcId="{662664FB-A525-4A53-9BB1-9D1D0783210F}" destId="{514B3D49-2BF9-4113-A93E-5CBBEAF47837}" srcOrd="1" destOrd="0" parTransId="{D5A2D911-8011-47D2-9D8C-D0DD7BB238EA}" sibTransId="{407C311B-2200-43E2-A73F-625423447DF8}"/>
    <dgm:cxn modelId="{73DD243F-945A-409C-95CA-FD98D99CF685}" type="presOf" srcId="{662664FB-A525-4A53-9BB1-9D1D0783210F}" destId="{15868964-6DC4-4CCD-AE21-9D919C0B1902}" srcOrd="0" destOrd="0" presId="urn:microsoft.com/office/officeart/2005/8/layout/default"/>
    <dgm:cxn modelId="{4BD5E15B-BB4F-43EA-BB78-D2C2C231311C}" srcId="{662664FB-A525-4A53-9BB1-9D1D0783210F}" destId="{93B65D96-EB43-4E77-8D78-06C38C068279}" srcOrd="3" destOrd="0" parTransId="{35D70A7D-6AD8-4CE1-8C81-A594D09009ED}" sibTransId="{5BE0B079-7B31-4D0A-82C9-FFE937823360}"/>
    <dgm:cxn modelId="{0BD6D16C-FEFD-4340-9514-7444D984E27D}" srcId="{662664FB-A525-4A53-9BB1-9D1D0783210F}" destId="{1C08B099-D0FF-417D-B802-5D55FBF54CA3}" srcOrd="4" destOrd="0" parTransId="{DEEC5B2F-A080-42D3-8495-ACD1771F9C3D}" sibTransId="{E8F6BE52-2B53-4665-9C74-CDFBD7649BF6}"/>
    <dgm:cxn modelId="{F6E4B877-D376-406A-896D-20ED21CB4CC1}" type="presOf" srcId="{A6773C76-3C66-4ABC-B864-A8FD7A893895}" destId="{38F40D9C-BF7A-44C2-8A76-54EA24B3D38F}" srcOrd="0" destOrd="0" presId="urn:microsoft.com/office/officeart/2005/8/layout/default"/>
    <dgm:cxn modelId="{F67E8E8F-8CC9-4D41-B936-FD2F242B7B4D}" srcId="{662664FB-A525-4A53-9BB1-9D1D0783210F}" destId="{A6773C76-3C66-4ABC-B864-A8FD7A893895}" srcOrd="0" destOrd="0" parTransId="{1A2D1304-84A5-499A-AF50-29E096E69DEC}" sibTransId="{7B821DAA-82FF-4E59-B34E-2642AADE3D92}"/>
    <dgm:cxn modelId="{633B05CE-CFF7-43B2-9828-C286E45794FB}" type="presOf" srcId="{93B65D96-EB43-4E77-8D78-06C38C068279}" destId="{513D2320-41E0-4865-9C26-177359F1CD11}" srcOrd="0" destOrd="0" presId="urn:microsoft.com/office/officeart/2005/8/layout/default"/>
    <dgm:cxn modelId="{C2C667E6-18EB-4A8E-876B-55116F49F705}" type="presOf" srcId="{1C08B099-D0FF-417D-B802-5D55FBF54CA3}" destId="{808D8394-5D34-4857-AC5F-F8AB25858F11}" srcOrd="0" destOrd="0" presId="urn:microsoft.com/office/officeart/2005/8/layout/default"/>
    <dgm:cxn modelId="{552596F4-4AD4-4D67-9B51-3B0D5C8BF2BF}" type="presOf" srcId="{77F96D5B-6CF3-4197-9C0B-7953B3E748B1}" destId="{5E128EC6-0D0B-46C8-B42B-6F86E0F93D68}" srcOrd="0" destOrd="0" presId="urn:microsoft.com/office/officeart/2005/8/layout/default"/>
    <dgm:cxn modelId="{3135521C-618F-4A52-89DE-F5D667F23561}" type="presParOf" srcId="{15868964-6DC4-4CCD-AE21-9D919C0B1902}" destId="{38F40D9C-BF7A-44C2-8A76-54EA24B3D38F}" srcOrd="0" destOrd="0" presId="urn:microsoft.com/office/officeart/2005/8/layout/default"/>
    <dgm:cxn modelId="{C08853C8-3449-4D37-9D8E-9564A96CE5EB}" type="presParOf" srcId="{15868964-6DC4-4CCD-AE21-9D919C0B1902}" destId="{D464E588-7206-4962-BAE6-B4F9ACFF1E81}" srcOrd="1" destOrd="0" presId="urn:microsoft.com/office/officeart/2005/8/layout/default"/>
    <dgm:cxn modelId="{B8D46BDA-C96A-44E7-840C-E371AD2643B8}" type="presParOf" srcId="{15868964-6DC4-4CCD-AE21-9D919C0B1902}" destId="{CF91CB17-BBAB-447C-8CF2-6DF731908531}" srcOrd="2" destOrd="0" presId="urn:microsoft.com/office/officeart/2005/8/layout/default"/>
    <dgm:cxn modelId="{6E8CCC53-3901-49F1-8D55-249D749D780E}" type="presParOf" srcId="{15868964-6DC4-4CCD-AE21-9D919C0B1902}" destId="{6FFE8B5F-FE88-4228-AB38-442DE08F64E7}" srcOrd="3" destOrd="0" presId="urn:microsoft.com/office/officeart/2005/8/layout/default"/>
    <dgm:cxn modelId="{B8B7C1A1-E071-45EE-99C6-62E38C401594}" type="presParOf" srcId="{15868964-6DC4-4CCD-AE21-9D919C0B1902}" destId="{5E128EC6-0D0B-46C8-B42B-6F86E0F93D68}" srcOrd="4" destOrd="0" presId="urn:microsoft.com/office/officeart/2005/8/layout/default"/>
    <dgm:cxn modelId="{0F8A2232-74D5-4946-8787-3D96F2320296}" type="presParOf" srcId="{15868964-6DC4-4CCD-AE21-9D919C0B1902}" destId="{6A17245D-2A91-4F50-8E19-47A9B51B14A1}" srcOrd="5" destOrd="0" presId="urn:microsoft.com/office/officeart/2005/8/layout/default"/>
    <dgm:cxn modelId="{F4B25FDE-2F61-49D9-BED3-F6C73FCAE76A}" type="presParOf" srcId="{15868964-6DC4-4CCD-AE21-9D919C0B1902}" destId="{513D2320-41E0-4865-9C26-177359F1CD11}" srcOrd="6" destOrd="0" presId="urn:microsoft.com/office/officeart/2005/8/layout/default"/>
    <dgm:cxn modelId="{7B99C783-11E5-4829-B6FE-9B10C7DBF934}" type="presParOf" srcId="{15868964-6DC4-4CCD-AE21-9D919C0B1902}" destId="{5E1472A9-E060-444B-8C89-AD5089C4B3CD}" srcOrd="7" destOrd="0" presId="urn:microsoft.com/office/officeart/2005/8/layout/default"/>
    <dgm:cxn modelId="{E2EC9A16-6DF6-4E2D-BE27-677327AEFA15}" type="presParOf" srcId="{15868964-6DC4-4CCD-AE21-9D919C0B1902}" destId="{808D8394-5D34-4857-AC5F-F8AB25858F11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F724A57-5F13-485E-AF26-559B635AA483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74F65A-3BF5-4943-B5D7-313713324BA1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F23E4FCC-9073-4032-901D-9F74BD452090}" type="parTrans" cxnId="{FDF97DD4-A992-4889-B4BF-11550BF65C25}">
      <dgm:prSet/>
      <dgm:spPr/>
      <dgm:t>
        <a:bodyPr/>
        <a:lstStyle/>
        <a:p>
          <a:endParaRPr lang="en-US"/>
        </a:p>
      </dgm:t>
    </dgm:pt>
    <dgm:pt modelId="{3E4ADE2E-FC5F-4E96-8498-7D8A1DC2B3DA}" type="sibTrans" cxnId="{FDF97DD4-A992-4889-B4BF-11550BF65C25}">
      <dgm:prSet/>
      <dgm:spPr/>
      <dgm:t>
        <a:bodyPr/>
        <a:lstStyle/>
        <a:p>
          <a:endParaRPr lang="en-US"/>
        </a:p>
      </dgm:t>
    </dgm:pt>
    <dgm:pt modelId="{2C90B9B6-3B68-4F33-BE94-0D1882C37DB2}">
      <dgm:prSet phldrT="[Text]"/>
      <dgm:spPr/>
      <dgm:t>
        <a:bodyPr/>
        <a:lstStyle/>
        <a:p>
          <a:r>
            <a:rPr lang="en-US"/>
            <a:t>Scope</a:t>
          </a:r>
        </a:p>
      </dgm:t>
    </dgm:pt>
    <dgm:pt modelId="{A66B7106-CB1B-4E94-A285-7FE129A42E0E}" type="parTrans" cxnId="{F7EA3CEB-C23A-4975-A149-6CF1D5F75FC4}">
      <dgm:prSet/>
      <dgm:spPr/>
      <dgm:t>
        <a:bodyPr/>
        <a:lstStyle/>
        <a:p>
          <a:endParaRPr lang="en-US"/>
        </a:p>
      </dgm:t>
    </dgm:pt>
    <dgm:pt modelId="{5A4D97C7-B8F8-484F-8265-FC9485FE026A}" type="sibTrans" cxnId="{F7EA3CEB-C23A-4975-A149-6CF1D5F75FC4}">
      <dgm:prSet/>
      <dgm:spPr/>
      <dgm:t>
        <a:bodyPr/>
        <a:lstStyle/>
        <a:p>
          <a:endParaRPr lang="en-US"/>
        </a:p>
      </dgm:t>
    </dgm:pt>
    <dgm:pt modelId="{93B62F31-7162-49D4-9CE8-87378FAAE05F}">
      <dgm:prSet phldrT="[Text]"/>
      <dgm:spPr/>
      <dgm:t>
        <a:bodyPr/>
        <a:lstStyle/>
        <a:p>
          <a:r>
            <a:rPr lang="en-US"/>
            <a:t>Schedule</a:t>
          </a:r>
        </a:p>
      </dgm:t>
    </dgm:pt>
    <dgm:pt modelId="{B30895F3-1C8E-4551-8A40-871A6CBBFF3B}" type="parTrans" cxnId="{1EEA5DDC-4A27-4627-8A1E-FFE144EF944C}">
      <dgm:prSet/>
      <dgm:spPr/>
      <dgm:t>
        <a:bodyPr/>
        <a:lstStyle/>
        <a:p>
          <a:endParaRPr lang="en-US"/>
        </a:p>
      </dgm:t>
    </dgm:pt>
    <dgm:pt modelId="{266866F8-5DFF-4244-BB04-BC5706208558}" type="sibTrans" cxnId="{1EEA5DDC-4A27-4627-8A1E-FFE144EF944C}">
      <dgm:prSet/>
      <dgm:spPr/>
      <dgm:t>
        <a:bodyPr/>
        <a:lstStyle/>
        <a:p>
          <a:endParaRPr lang="en-US"/>
        </a:p>
      </dgm:t>
    </dgm:pt>
    <dgm:pt modelId="{6050880C-2257-442A-AF26-065136FAEB59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EA52D1A1-FFA8-49C6-95DA-CCA5399D9DFF}" type="parTrans" cxnId="{008E3CF3-3E15-433C-B75C-8917F5E2A763}">
      <dgm:prSet/>
      <dgm:spPr/>
      <dgm:t>
        <a:bodyPr/>
        <a:lstStyle/>
        <a:p>
          <a:endParaRPr lang="en-US"/>
        </a:p>
      </dgm:t>
    </dgm:pt>
    <dgm:pt modelId="{BCA0C9C2-2684-4C2B-8F57-D04C4A5373F5}" type="sibTrans" cxnId="{008E3CF3-3E15-433C-B75C-8917F5E2A763}">
      <dgm:prSet/>
      <dgm:spPr/>
      <dgm:t>
        <a:bodyPr/>
        <a:lstStyle/>
        <a:p>
          <a:endParaRPr lang="en-US"/>
        </a:p>
      </dgm:t>
    </dgm:pt>
    <dgm:pt modelId="{59D4811F-D517-4121-8A3E-D61C78EC6398}">
      <dgm:prSet phldrT="[Text]"/>
      <dgm:spPr/>
      <dgm:t>
        <a:bodyPr/>
        <a:lstStyle/>
        <a:p>
          <a:r>
            <a:rPr lang="en-US"/>
            <a:t>Implement</a:t>
          </a:r>
        </a:p>
      </dgm:t>
    </dgm:pt>
    <dgm:pt modelId="{1669EC25-008F-4DD4-A5B2-F116FA9E397F}" type="parTrans" cxnId="{AE7D2157-9883-40D8-9FE8-42C8A35A462F}">
      <dgm:prSet/>
      <dgm:spPr/>
      <dgm:t>
        <a:bodyPr/>
        <a:lstStyle/>
        <a:p>
          <a:endParaRPr lang="en-US"/>
        </a:p>
      </dgm:t>
    </dgm:pt>
    <dgm:pt modelId="{771DD329-1541-4035-8554-0C6058B93BAA}" type="sibTrans" cxnId="{AE7D2157-9883-40D8-9FE8-42C8A35A462F}">
      <dgm:prSet/>
      <dgm:spPr/>
      <dgm:t>
        <a:bodyPr/>
        <a:lstStyle/>
        <a:p>
          <a:endParaRPr lang="en-US"/>
        </a:p>
      </dgm:t>
    </dgm:pt>
    <dgm:pt modelId="{2969FE1E-74F9-4994-97B8-535478EC2782}">
      <dgm:prSet phldrT="[Text]"/>
      <dgm:spPr/>
      <dgm:t>
        <a:bodyPr/>
        <a:lstStyle/>
        <a:p>
          <a:r>
            <a:rPr lang="en-US"/>
            <a:t>Verify</a:t>
          </a:r>
        </a:p>
      </dgm:t>
    </dgm:pt>
    <dgm:pt modelId="{B5936BDB-A857-48CC-997A-27A2709A9D36}" type="parTrans" cxnId="{7EA97DFE-04B6-49A6-A5BE-0A0933BBCCE0}">
      <dgm:prSet/>
      <dgm:spPr/>
      <dgm:t>
        <a:bodyPr/>
        <a:lstStyle/>
        <a:p>
          <a:endParaRPr lang="en-US"/>
        </a:p>
      </dgm:t>
    </dgm:pt>
    <dgm:pt modelId="{9134F9B5-A1E0-48AF-81FC-9A7C3BA7AC6F}" type="sibTrans" cxnId="{7EA97DFE-04B6-49A6-A5BE-0A0933BBCCE0}">
      <dgm:prSet/>
      <dgm:spPr/>
      <dgm:t>
        <a:bodyPr/>
        <a:lstStyle/>
        <a:p>
          <a:endParaRPr lang="en-US"/>
        </a:p>
      </dgm:t>
    </dgm:pt>
    <dgm:pt modelId="{0674664E-2ADF-4CEA-AE0E-F6DC99E38349}">
      <dgm:prSet phldrT="[Text]" phldr="1"/>
      <dgm:spPr/>
      <dgm:t>
        <a:bodyPr/>
        <a:lstStyle/>
        <a:p>
          <a:endParaRPr lang="en-US"/>
        </a:p>
      </dgm:t>
    </dgm:pt>
    <dgm:pt modelId="{113627C1-5FB0-4B9A-B5F7-D78E0F9C3C05}" type="parTrans" cxnId="{0046D58B-E468-493A-83DE-5386F8DF2FE0}">
      <dgm:prSet/>
      <dgm:spPr/>
      <dgm:t>
        <a:bodyPr/>
        <a:lstStyle/>
        <a:p>
          <a:endParaRPr lang="en-US"/>
        </a:p>
      </dgm:t>
    </dgm:pt>
    <dgm:pt modelId="{30D43634-B91C-46A4-945A-2FF1767696F4}" type="sibTrans" cxnId="{0046D58B-E468-493A-83DE-5386F8DF2FE0}">
      <dgm:prSet/>
      <dgm:spPr/>
      <dgm:t>
        <a:bodyPr/>
        <a:lstStyle/>
        <a:p>
          <a:endParaRPr lang="en-US"/>
        </a:p>
      </dgm:t>
    </dgm:pt>
    <dgm:pt modelId="{A54A8EF9-A5D8-4E29-8BBE-D78D15800883}">
      <dgm:prSet phldrT="[Text]" phldr="1"/>
      <dgm:spPr/>
      <dgm:t>
        <a:bodyPr/>
        <a:lstStyle/>
        <a:p>
          <a:endParaRPr lang="en-US"/>
        </a:p>
      </dgm:t>
    </dgm:pt>
    <dgm:pt modelId="{97EA8715-6ABF-41B8-AE53-4008E161B4A2}" type="parTrans" cxnId="{7CB7D51C-4922-4FDF-9EB1-71CB1C0BB768}">
      <dgm:prSet/>
      <dgm:spPr/>
      <dgm:t>
        <a:bodyPr/>
        <a:lstStyle/>
        <a:p>
          <a:endParaRPr lang="en-US"/>
        </a:p>
      </dgm:t>
    </dgm:pt>
    <dgm:pt modelId="{FF90F844-80A2-4641-AB41-34538E50B45C}" type="sibTrans" cxnId="{7CB7D51C-4922-4FDF-9EB1-71CB1C0BB768}">
      <dgm:prSet/>
      <dgm:spPr/>
      <dgm:t>
        <a:bodyPr/>
        <a:lstStyle/>
        <a:p>
          <a:endParaRPr lang="en-US"/>
        </a:p>
      </dgm:t>
    </dgm:pt>
    <dgm:pt modelId="{50A5094F-7CF3-458C-B960-8CB0AF944D95}">
      <dgm:prSet phldrT="[Text]" phldr="1"/>
      <dgm:spPr/>
      <dgm:t>
        <a:bodyPr/>
        <a:lstStyle/>
        <a:p>
          <a:endParaRPr lang="en-US"/>
        </a:p>
      </dgm:t>
    </dgm:pt>
    <dgm:pt modelId="{5CD3277A-1AA9-493C-84A7-8ECD7FC56E7F}" type="parTrans" cxnId="{82B626CE-D80A-437B-BDF8-022DA9AA160C}">
      <dgm:prSet/>
      <dgm:spPr/>
      <dgm:t>
        <a:bodyPr/>
        <a:lstStyle/>
        <a:p>
          <a:endParaRPr lang="en-US"/>
        </a:p>
      </dgm:t>
    </dgm:pt>
    <dgm:pt modelId="{42D15396-6C11-4944-A881-A6A517C2144F}" type="sibTrans" cxnId="{82B626CE-D80A-437B-BDF8-022DA9AA160C}">
      <dgm:prSet/>
      <dgm:spPr/>
      <dgm:t>
        <a:bodyPr/>
        <a:lstStyle/>
        <a:p>
          <a:endParaRPr lang="en-US"/>
        </a:p>
      </dgm:t>
    </dgm:pt>
    <dgm:pt modelId="{BEF73D92-C5A4-4CFE-9FA5-B93FAC736628}" type="pres">
      <dgm:prSet presAssocID="{BF724A57-5F13-485E-AF26-559B635AA483}" presName="theList" presStyleCnt="0">
        <dgm:presLayoutVars>
          <dgm:dir/>
          <dgm:animLvl val="lvl"/>
          <dgm:resizeHandles val="exact"/>
        </dgm:presLayoutVars>
      </dgm:prSet>
      <dgm:spPr/>
    </dgm:pt>
    <dgm:pt modelId="{8ACA6B35-B8FB-4EB9-BFFE-90615E164A8E}" type="pres">
      <dgm:prSet presAssocID="{8E74F65A-3BF5-4943-B5D7-313713324BA1}" presName="compNode" presStyleCnt="0"/>
      <dgm:spPr/>
    </dgm:pt>
    <dgm:pt modelId="{C539BA44-6105-4C50-84B0-0886DBA86778}" type="pres">
      <dgm:prSet presAssocID="{8E74F65A-3BF5-4943-B5D7-313713324BA1}" presName="aNode" presStyleLbl="bgShp" presStyleIdx="0" presStyleCnt="3"/>
      <dgm:spPr/>
    </dgm:pt>
    <dgm:pt modelId="{2215038B-A2C0-4395-8C5F-25FD5F18B35E}" type="pres">
      <dgm:prSet presAssocID="{8E74F65A-3BF5-4943-B5D7-313713324BA1}" presName="textNode" presStyleLbl="bgShp" presStyleIdx="0" presStyleCnt="3"/>
      <dgm:spPr/>
    </dgm:pt>
    <dgm:pt modelId="{BCDE9079-AE8F-4E17-A2F5-F94DB36EE19D}" type="pres">
      <dgm:prSet presAssocID="{8E74F65A-3BF5-4943-B5D7-313713324BA1}" presName="compChildNode" presStyleCnt="0"/>
      <dgm:spPr/>
    </dgm:pt>
    <dgm:pt modelId="{A62B0DE2-51A6-46B5-AF06-921FF04FD3C7}" type="pres">
      <dgm:prSet presAssocID="{8E74F65A-3BF5-4943-B5D7-313713324BA1}" presName="theInnerList" presStyleCnt="0"/>
      <dgm:spPr/>
    </dgm:pt>
    <dgm:pt modelId="{24CAE587-7BCD-4797-9064-3A284E618C6A}" type="pres">
      <dgm:prSet presAssocID="{2C90B9B6-3B68-4F33-BE94-0D1882C37DB2}" presName="childNode" presStyleLbl="node1" presStyleIdx="0" presStyleCnt="6">
        <dgm:presLayoutVars>
          <dgm:bulletEnabled val="1"/>
        </dgm:presLayoutVars>
      </dgm:prSet>
      <dgm:spPr/>
    </dgm:pt>
    <dgm:pt modelId="{8C7C4341-712A-4FAE-804C-2A5BAD54F6F3}" type="pres">
      <dgm:prSet presAssocID="{2C90B9B6-3B68-4F33-BE94-0D1882C37DB2}" presName="aSpace2" presStyleCnt="0"/>
      <dgm:spPr/>
    </dgm:pt>
    <dgm:pt modelId="{7D04B1C5-266A-4284-B6BF-C986FE1E047B}" type="pres">
      <dgm:prSet presAssocID="{93B62F31-7162-49D4-9CE8-87378FAAE05F}" presName="childNode" presStyleLbl="node1" presStyleIdx="1" presStyleCnt="6">
        <dgm:presLayoutVars>
          <dgm:bulletEnabled val="1"/>
        </dgm:presLayoutVars>
      </dgm:prSet>
      <dgm:spPr/>
    </dgm:pt>
    <dgm:pt modelId="{2B27B02F-4E2A-4DE1-B330-B1BA027C8F63}" type="pres">
      <dgm:prSet presAssocID="{8E74F65A-3BF5-4943-B5D7-313713324BA1}" presName="aSpace" presStyleCnt="0"/>
      <dgm:spPr/>
    </dgm:pt>
    <dgm:pt modelId="{3F0C27CE-FC19-4D0E-B705-F6CA167E1EAD}" type="pres">
      <dgm:prSet presAssocID="{6050880C-2257-442A-AF26-065136FAEB59}" presName="compNode" presStyleCnt="0"/>
      <dgm:spPr/>
    </dgm:pt>
    <dgm:pt modelId="{846809DA-0488-4959-BEF7-C91F0F88AC1D}" type="pres">
      <dgm:prSet presAssocID="{6050880C-2257-442A-AF26-065136FAEB59}" presName="aNode" presStyleLbl="bgShp" presStyleIdx="1" presStyleCnt="3"/>
      <dgm:spPr/>
    </dgm:pt>
    <dgm:pt modelId="{D5A349E3-FE0E-465C-8DCD-7D2C24E71BB2}" type="pres">
      <dgm:prSet presAssocID="{6050880C-2257-442A-AF26-065136FAEB59}" presName="textNode" presStyleLbl="bgShp" presStyleIdx="1" presStyleCnt="3"/>
      <dgm:spPr/>
    </dgm:pt>
    <dgm:pt modelId="{91EE6D76-50E0-471B-A99D-C6F418B98A74}" type="pres">
      <dgm:prSet presAssocID="{6050880C-2257-442A-AF26-065136FAEB59}" presName="compChildNode" presStyleCnt="0"/>
      <dgm:spPr/>
    </dgm:pt>
    <dgm:pt modelId="{54CA5E81-8E83-4C3C-AB8C-0AF97E6DC11F}" type="pres">
      <dgm:prSet presAssocID="{6050880C-2257-442A-AF26-065136FAEB59}" presName="theInnerList" presStyleCnt="0"/>
      <dgm:spPr/>
    </dgm:pt>
    <dgm:pt modelId="{FAA3B6BE-8619-42B1-87FB-243B11DBC0F7}" type="pres">
      <dgm:prSet presAssocID="{59D4811F-D517-4121-8A3E-D61C78EC6398}" presName="childNode" presStyleLbl="node1" presStyleIdx="2" presStyleCnt="6">
        <dgm:presLayoutVars>
          <dgm:bulletEnabled val="1"/>
        </dgm:presLayoutVars>
      </dgm:prSet>
      <dgm:spPr/>
    </dgm:pt>
    <dgm:pt modelId="{CD3899D5-D4E3-48C1-A1D6-F3E50FE4D480}" type="pres">
      <dgm:prSet presAssocID="{59D4811F-D517-4121-8A3E-D61C78EC6398}" presName="aSpace2" presStyleCnt="0"/>
      <dgm:spPr/>
    </dgm:pt>
    <dgm:pt modelId="{63F1DC97-2664-44AE-94B5-10431CC1DDD7}" type="pres">
      <dgm:prSet presAssocID="{2969FE1E-74F9-4994-97B8-535478EC2782}" presName="childNode" presStyleLbl="node1" presStyleIdx="3" presStyleCnt="6">
        <dgm:presLayoutVars>
          <dgm:bulletEnabled val="1"/>
        </dgm:presLayoutVars>
      </dgm:prSet>
      <dgm:spPr/>
    </dgm:pt>
    <dgm:pt modelId="{5E4D6FFD-097B-436C-A31D-F828CA332804}" type="pres">
      <dgm:prSet presAssocID="{6050880C-2257-442A-AF26-065136FAEB59}" presName="aSpace" presStyleCnt="0"/>
      <dgm:spPr/>
    </dgm:pt>
    <dgm:pt modelId="{FF4679A9-531D-48DB-8302-9B70EDC920F1}" type="pres">
      <dgm:prSet presAssocID="{0674664E-2ADF-4CEA-AE0E-F6DC99E38349}" presName="compNode" presStyleCnt="0"/>
      <dgm:spPr/>
    </dgm:pt>
    <dgm:pt modelId="{F9FFC034-33CD-4D66-A864-3CC0593DE6DF}" type="pres">
      <dgm:prSet presAssocID="{0674664E-2ADF-4CEA-AE0E-F6DC99E38349}" presName="aNode" presStyleLbl="bgShp" presStyleIdx="2" presStyleCnt="3"/>
      <dgm:spPr/>
    </dgm:pt>
    <dgm:pt modelId="{CEB00EB1-54DF-4CB3-94FB-E39BC3F64658}" type="pres">
      <dgm:prSet presAssocID="{0674664E-2ADF-4CEA-AE0E-F6DC99E38349}" presName="textNode" presStyleLbl="bgShp" presStyleIdx="2" presStyleCnt="3"/>
      <dgm:spPr/>
    </dgm:pt>
    <dgm:pt modelId="{F54CE55D-7B65-4B6D-A208-91A4212574DC}" type="pres">
      <dgm:prSet presAssocID="{0674664E-2ADF-4CEA-AE0E-F6DC99E38349}" presName="compChildNode" presStyleCnt="0"/>
      <dgm:spPr/>
    </dgm:pt>
    <dgm:pt modelId="{C7A5DC2C-8917-4176-A9DA-D3C7BB09FE1B}" type="pres">
      <dgm:prSet presAssocID="{0674664E-2ADF-4CEA-AE0E-F6DC99E38349}" presName="theInnerList" presStyleCnt="0"/>
      <dgm:spPr/>
    </dgm:pt>
    <dgm:pt modelId="{529B7956-6FF3-483A-B1DF-1F2528CBB194}" type="pres">
      <dgm:prSet presAssocID="{A54A8EF9-A5D8-4E29-8BBE-D78D15800883}" presName="childNode" presStyleLbl="node1" presStyleIdx="4" presStyleCnt="6">
        <dgm:presLayoutVars>
          <dgm:bulletEnabled val="1"/>
        </dgm:presLayoutVars>
      </dgm:prSet>
      <dgm:spPr/>
    </dgm:pt>
    <dgm:pt modelId="{776C66A3-1E5C-45DE-8260-40A322060E78}" type="pres">
      <dgm:prSet presAssocID="{A54A8EF9-A5D8-4E29-8BBE-D78D15800883}" presName="aSpace2" presStyleCnt="0"/>
      <dgm:spPr/>
    </dgm:pt>
    <dgm:pt modelId="{4CEA3410-0B25-4BB9-87D0-E9663B23B506}" type="pres">
      <dgm:prSet presAssocID="{50A5094F-7CF3-458C-B960-8CB0AF944D95}" presName="childNode" presStyleLbl="node1" presStyleIdx="5" presStyleCnt="6">
        <dgm:presLayoutVars>
          <dgm:bulletEnabled val="1"/>
        </dgm:presLayoutVars>
      </dgm:prSet>
      <dgm:spPr/>
    </dgm:pt>
  </dgm:ptLst>
  <dgm:cxnLst>
    <dgm:cxn modelId="{FF185A0C-372F-46A4-8633-BBECF410ACA1}" type="presOf" srcId="{0674664E-2ADF-4CEA-AE0E-F6DC99E38349}" destId="{F9FFC034-33CD-4D66-A864-3CC0593DE6DF}" srcOrd="0" destOrd="0" presId="urn:microsoft.com/office/officeart/2005/8/layout/lProcess2"/>
    <dgm:cxn modelId="{7CB7D51C-4922-4FDF-9EB1-71CB1C0BB768}" srcId="{0674664E-2ADF-4CEA-AE0E-F6DC99E38349}" destId="{A54A8EF9-A5D8-4E29-8BBE-D78D15800883}" srcOrd="0" destOrd="0" parTransId="{97EA8715-6ABF-41B8-AE53-4008E161B4A2}" sibTransId="{FF90F844-80A2-4641-AB41-34538E50B45C}"/>
    <dgm:cxn modelId="{D018F15D-5CB7-4060-BDCF-44CC7BE0F108}" type="presOf" srcId="{0674664E-2ADF-4CEA-AE0E-F6DC99E38349}" destId="{CEB00EB1-54DF-4CB3-94FB-E39BC3F64658}" srcOrd="1" destOrd="0" presId="urn:microsoft.com/office/officeart/2005/8/layout/lProcess2"/>
    <dgm:cxn modelId="{F4C53264-42AA-486F-965C-A5484525C063}" type="presOf" srcId="{6050880C-2257-442A-AF26-065136FAEB59}" destId="{D5A349E3-FE0E-465C-8DCD-7D2C24E71BB2}" srcOrd="1" destOrd="0" presId="urn:microsoft.com/office/officeart/2005/8/layout/lProcess2"/>
    <dgm:cxn modelId="{C22E8D64-E17A-414E-9613-0C3EFA4723B8}" type="presOf" srcId="{2969FE1E-74F9-4994-97B8-535478EC2782}" destId="{63F1DC97-2664-44AE-94B5-10431CC1DDD7}" srcOrd="0" destOrd="0" presId="urn:microsoft.com/office/officeart/2005/8/layout/lProcess2"/>
    <dgm:cxn modelId="{460BAB64-BB1A-4245-AD18-39FAF2B048A8}" type="presOf" srcId="{8E74F65A-3BF5-4943-B5D7-313713324BA1}" destId="{C539BA44-6105-4C50-84B0-0886DBA86778}" srcOrd="0" destOrd="0" presId="urn:microsoft.com/office/officeart/2005/8/layout/lProcess2"/>
    <dgm:cxn modelId="{05E30C4F-674B-410F-B709-8ECF1E67F6C6}" type="presOf" srcId="{2C90B9B6-3B68-4F33-BE94-0D1882C37DB2}" destId="{24CAE587-7BCD-4797-9064-3A284E618C6A}" srcOrd="0" destOrd="0" presId="urn:microsoft.com/office/officeart/2005/8/layout/lProcess2"/>
    <dgm:cxn modelId="{AE7D2157-9883-40D8-9FE8-42C8A35A462F}" srcId="{6050880C-2257-442A-AF26-065136FAEB59}" destId="{59D4811F-D517-4121-8A3E-D61C78EC6398}" srcOrd="0" destOrd="0" parTransId="{1669EC25-008F-4DD4-A5B2-F116FA9E397F}" sibTransId="{771DD329-1541-4035-8554-0C6058B93BAA}"/>
    <dgm:cxn modelId="{7D924283-72B1-4205-9D4C-A7A982B5656E}" type="presOf" srcId="{A54A8EF9-A5D8-4E29-8BBE-D78D15800883}" destId="{529B7956-6FF3-483A-B1DF-1F2528CBB194}" srcOrd="0" destOrd="0" presId="urn:microsoft.com/office/officeart/2005/8/layout/lProcess2"/>
    <dgm:cxn modelId="{BF89CC8A-F939-4AE6-B43E-ADDB7632C9F1}" type="presOf" srcId="{59D4811F-D517-4121-8A3E-D61C78EC6398}" destId="{FAA3B6BE-8619-42B1-87FB-243B11DBC0F7}" srcOrd="0" destOrd="0" presId="urn:microsoft.com/office/officeart/2005/8/layout/lProcess2"/>
    <dgm:cxn modelId="{0046D58B-E468-493A-83DE-5386F8DF2FE0}" srcId="{BF724A57-5F13-485E-AF26-559B635AA483}" destId="{0674664E-2ADF-4CEA-AE0E-F6DC99E38349}" srcOrd="2" destOrd="0" parTransId="{113627C1-5FB0-4B9A-B5F7-D78E0F9C3C05}" sibTransId="{30D43634-B91C-46A4-945A-2FF1767696F4}"/>
    <dgm:cxn modelId="{9D32659A-BE57-4BEB-9230-2CD927FBE536}" type="presOf" srcId="{93B62F31-7162-49D4-9CE8-87378FAAE05F}" destId="{7D04B1C5-266A-4284-B6BF-C986FE1E047B}" srcOrd="0" destOrd="0" presId="urn:microsoft.com/office/officeart/2005/8/layout/lProcess2"/>
    <dgm:cxn modelId="{129CC59E-A00C-4ABA-B6E8-1ABEBC8A1338}" type="presOf" srcId="{50A5094F-7CF3-458C-B960-8CB0AF944D95}" destId="{4CEA3410-0B25-4BB9-87D0-E9663B23B506}" srcOrd="0" destOrd="0" presId="urn:microsoft.com/office/officeart/2005/8/layout/lProcess2"/>
    <dgm:cxn modelId="{BCA3D6A3-F49A-4B52-A2FB-956E6E153191}" type="presOf" srcId="{8E74F65A-3BF5-4943-B5D7-313713324BA1}" destId="{2215038B-A2C0-4395-8C5F-25FD5F18B35E}" srcOrd="1" destOrd="0" presId="urn:microsoft.com/office/officeart/2005/8/layout/lProcess2"/>
    <dgm:cxn modelId="{18C1E5C1-9F46-4D2A-9264-080A9A9EAE5E}" type="presOf" srcId="{6050880C-2257-442A-AF26-065136FAEB59}" destId="{846809DA-0488-4959-BEF7-C91F0F88AC1D}" srcOrd="0" destOrd="0" presId="urn:microsoft.com/office/officeart/2005/8/layout/lProcess2"/>
    <dgm:cxn modelId="{196351CB-FC25-46C9-829D-F88E86E6C7F7}" type="presOf" srcId="{BF724A57-5F13-485E-AF26-559B635AA483}" destId="{BEF73D92-C5A4-4CFE-9FA5-B93FAC736628}" srcOrd="0" destOrd="0" presId="urn:microsoft.com/office/officeart/2005/8/layout/lProcess2"/>
    <dgm:cxn modelId="{82B626CE-D80A-437B-BDF8-022DA9AA160C}" srcId="{0674664E-2ADF-4CEA-AE0E-F6DC99E38349}" destId="{50A5094F-7CF3-458C-B960-8CB0AF944D95}" srcOrd="1" destOrd="0" parTransId="{5CD3277A-1AA9-493C-84A7-8ECD7FC56E7F}" sibTransId="{42D15396-6C11-4944-A881-A6A517C2144F}"/>
    <dgm:cxn modelId="{FDF97DD4-A992-4889-B4BF-11550BF65C25}" srcId="{BF724A57-5F13-485E-AF26-559B635AA483}" destId="{8E74F65A-3BF5-4943-B5D7-313713324BA1}" srcOrd="0" destOrd="0" parTransId="{F23E4FCC-9073-4032-901D-9F74BD452090}" sibTransId="{3E4ADE2E-FC5F-4E96-8498-7D8A1DC2B3DA}"/>
    <dgm:cxn modelId="{1EEA5DDC-4A27-4627-8A1E-FFE144EF944C}" srcId="{8E74F65A-3BF5-4943-B5D7-313713324BA1}" destId="{93B62F31-7162-49D4-9CE8-87378FAAE05F}" srcOrd="1" destOrd="0" parTransId="{B30895F3-1C8E-4551-8A40-871A6CBBFF3B}" sibTransId="{266866F8-5DFF-4244-BB04-BC5706208558}"/>
    <dgm:cxn modelId="{F7EA3CEB-C23A-4975-A149-6CF1D5F75FC4}" srcId="{8E74F65A-3BF5-4943-B5D7-313713324BA1}" destId="{2C90B9B6-3B68-4F33-BE94-0D1882C37DB2}" srcOrd="0" destOrd="0" parTransId="{A66B7106-CB1B-4E94-A285-7FE129A42E0E}" sibTransId="{5A4D97C7-B8F8-484F-8265-FC9485FE026A}"/>
    <dgm:cxn modelId="{008E3CF3-3E15-433C-B75C-8917F5E2A763}" srcId="{BF724A57-5F13-485E-AF26-559B635AA483}" destId="{6050880C-2257-442A-AF26-065136FAEB59}" srcOrd="1" destOrd="0" parTransId="{EA52D1A1-FFA8-49C6-95DA-CCA5399D9DFF}" sibTransId="{BCA0C9C2-2684-4C2B-8F57-D04C4A5373F5}"/>
    <dgm:cxn modelId="{7EA97DFE-04B6-49A6-A5BE-0A0933BBCCE0}" srcId="{6050880C-2257-442A-AF26-065136FAEB59}" destId="{2969FE1E-74F9-4994-97B8-535478EC2782}" srcOrd="1" destOrd="0" parTransId="{B5936BDB-A857-48CC-997A-27A2709A9D36}" sibTransId="{9134F9B5-A1E0-48AF-81FC-9A7C3BA7AC6F}"/>
    <dgm:cxn modelId="{ACA8DC37-4B3A-4475-B2E8-ADF93DA3785F}" type="presParOf" srcId="{BEF73D92-C5A4-4CFE-9FA5-B93FAC736628}" destId="{8ACA6B35-B8FB-4EB9-BFFE-90615E164A8E}" srcOrd="0" destOrd="0" presId="urn:microsoft.com/office/officeart/2005/8/layout/lProcess2"/>
    <dgm:cxn modelId="{43B736A6-A04B-4303-A6A3-CFE4085249A8}" type="presParOf" srcId="{8ACA6B35-B8FB-4EB9-BFFE-90615E164A8E}" destId="{C539BA44-6105-4C50-84B0-0886DBA86778}" srcOrd="0" destOrd="0" presId="urn:microsoft.com/office/officeart/2005/8/layout/lProcess2"/>
    <dgm:cxn modelId="{B62CDB2C-4A74-4052-B5BC-C843DBFF318F}" type="presParOf" srcId="{8ACA6B35-B8FB-4EB9-BFFE-90615E164A8E}" destId="{2215038B-A2C0-4395-8C5F-25FD5F18B35E}" srcOrd="1" destOrd="0" presId="urn:microsoft.com/office/officeart/2005/8/layout/lProcess2"/>
    <dgm:cxn modelId="{A6D7B111-EFD5-4510-BFC3-FAE21F334D8D}" type="presParOf" srcId="{8ACA6B35-B8FB-4EB9-BFFE-90615E164A8E}" destId="{BCDE9079-AE8F-4E17-A2F5-F94DB36EE19D}" srcOrd="2" destOrd="0" presId="urn:microsoft.com/office/officeart/2005/8/layout/lProcess2"/>
    <dgm:cxn modelId="{CECC1352-DD13-4CFE-A3F5-917E2964483D}" type="presParOf" srcId="{BCDE9079-AE8F-4E17-A2F5-F94DB36EE19D}" destId="{A62B0DE2-51A6-46B5-AF06-921FF04FD3C7}" srcOrd="0" destOrd="0" presId="urn:microsoft.com/office/officeart/2005/8/layout/lProcess2"/>
    <dgm:cxn modelId="{14082D99-400B-4D86-A566-BE86BA9E3F64}" type="presParOf" srcId="{A62B0DE2-51A6-46B5-AF06-921FF04FD3C7}" destId="{24CAE587-7BCD-4797-9064-3A284E618C6A}" srcOrd="0" destOrd="0" presId="urn:microsoft.com/office/officeart/2005/8/layout/lProcess2"/>
    <dgm:cxn modelId="{277BB5A0-EE19-49B5-94CA-4AEE8FD9BCD4}" type="presParOf" srcId="{A62B0DE2-51A6-46B5-AF06-921FF04FD3C7}" destId="{8C7C4341-712A-4FAE-804C-2A5BAD54F6F3}" srcOrd="1" destOrd="0" presId="urn:microsoft.com/office/officeart/2005/8/layout/lProcess2"/>
    <dgm:cxn modelId="{0C2C6502-AC5B-466F-B98A-3A9F86C24323}" type="presParOf" srcId="{A62B0DE2-51A6-46B5-AF06-921FF04FD3C7}" destId="{7D04B1C5-266A-4284-B6BF-C986FE1E047B}" srcOrd="2" destOrd="0" presId="urn:microsoft.com/office/officeart/2005/8/layout/lProcess2"/>
    <dgm:cxn modelId="{507F319D-1027-483B-BA48-36B1C43039F0}" type="presParOf" srcId="{BEF73D92-C5A4-4CFE-9FA5-B93FAC736628}" destId="{2B27B02F-4E2A-4DE1-B330-B1BA027C8F63}" srcOrd="1" destOrd="0" presId="urn:microsoft.com/office/officeart/2005/8/layout/lProcess2"/>
    <dgm:cxn modelId="{22BCB5E9-4040-47A3-9C25-CA1BE2B2CDB4}" type="presParOf" srcId="{BEF73D92-C5A4-4CFE-9FA5-B93FAC736628}" destId="{3F0C27CE-FC19-4D0E-B705-F6CA167E1EAD}" srcOrd="2" destOrd="0" presId="urn:microsoft.com/office/officeart/2005/8/layout/lProcess2"/>
    <dgm:cxn modelId="{D89E76ED-D545-44F5-B123-7FF4A68FF4B9}" type="presParOf" srcId="{3F0C27CE-FC19-4D0E-B705-F6CA167E1EAD}" destId="{846809DA-0488-4959-BEF7-C91F0F88AC1D}" srcOrd="0" destOrd="0" presId="urn:microsoft.com/office/officeart/2005/8/layout/lProcess2"/>
    <dgm:cxn modelId="{56D2B514-39A2-475E-A92E-1EFCB0A6078C}" type="presParOf" srcId="{3F0C27CE-FC19-4D0E-B705-F6CA167E1EAD}" destId="{D5A349E3-FE0E-465C-8DCD-7D2C24E71BB2}" srcOrd="1" destOrd="0" presId="urn:microsoft.com/office/officeart/2005/8/layout/lProcess2"/>
    <dgm:cxn modelId="{DA5DEE75-CAA1-4D43-8254-FB8FB52966DA}" type="presParOf" srcId="{3F0C27CE-FC19-4D0E-B705-F6CA167E1EAD}" destId="{91EE6D76-50E0-471B-A99D-C6F418B98A74}" srcOrd="2" destOrd="0" presId="urn:microsoft.com/office/officeart/2005/8/layout/lProcess2"/>
    <dgm:cxn modelId="{423FC658-0268-4EFE-9663-828D9543A858}" type="presParOf" srcId="{91EE6D76-50E0-471B-A99D-C6F418B98A74}" destId="{54CA5E81-8E83-4C3C-AB8C-0AF97E6DC11F}" srcOrd="0" destOrd="0" presId="urn:microsoft.com/office/officeart/2005/8/layout/lProcess2"/>
    <dgm:cxn modelId="{EC296510-C860-4915-B6D2-F3D1D607F026}" type="presParOf" srcId="{54CA5E81-8E83-4C3C-AB8C-0AF97E6DC11F}" destId="{FAA3B6BE-8619-42B1-87FB-243B11DBC0F7}" srcOrd="0" destOrd="0" presId="urn:microsoft.com/office/officeart/2005/8/layout/lProcess2"/>
    <dgm:cxn modelId="{37EFD7D3-79CE-4EF1-B6F9-42D950567F26}" type="presParOf" srcId="{54CA5E81-8E83-4C3C-AB8C-0AF97E6DC11F}" destId="{CD3899D5-D4E3-48C1-A1D6-F3E50FE4D480}" srcOrd="1" destOrd="0" presId="urn:microsoft.com/office/officeart/2005/8/layout/lProcess2"/>
    <dgm:cxn modelId="{8A0FE5FF-506B-41C9-8DDC-72A72FB8204B}" type="presParOf" srcId="{54CA5E81-8E83-4C3C-AB8C-0AF97E6DC11F}" destId="{63F1DC97-2664-44AE-94B5-10431CC1DDD7}" srcOrd="2" destOrd="0" presId="urn:microsoft.com/office/officeart/2005/8/layout/lProcess2"/>
    <dgm:cxn modelId="{0F005FFD-C8ED-4B73-8A77-6D7933F90F52}" type="presParOf" srcId="{BEF73D92-C5A4-4CFE-9FA5-B93FAC736628}" destId="{5E4D6FFD-097B-436C-A31D-F828CA332804}" srcOrd="3" destOrd="0" presId="urn:microsoft.com/office/officeart/2005/8/layout/lProcess2"/>
    <dgm:cxn modelId="{C02EDB22-5332-42AE-93D1-04C22C45EF25}" type="presParOf" srcId="{BEF73D92-C5A4-4CFE-9FA5-B93FAC736628}" destId="{FF4679A9-531D-48DB-8302-9B70EDC920F1}" srcOrd="4" destOrd="0" presId="urn:microsoft.com/office/officeart/2005/8/layout/lProcess2"/>
    <dgm:cxn modelId="{A3BFFAAF-D8E6-4A0C-B02A-CEADBE4B6633}" type="presParOf" srcId="{FF4679A9-531D-48DB-8302-9B70EDC920F1}" destId="{F9FFC034-33CD-4D66-A864-3CC0593DE6DF}" srcOrd="0" destOrd="0" presId="urn:microsoft.com/office/officeart/2005/8/layout/lProcess2"/>
    <dgm:cxn modelId="{DF51A791-0D76-4874-8A8D-BE90C75CBA28}" type="presParOf" srcId="{FF4679A9-531D-48DB-8302-9B70EDC920F1}" destId="{CEB00EB1-54DF-4CB3-94FB-E39BC3F64658}" srcOrd="1" destOrd="0" presId="urn:microsoft.com/office/officeart/2005/8/layout/lProcess2"/>
    <dgm:cxn modelId="{67325973-DBE2-433E-B80B-72B96612F9C9}" type="presParOf" srcId="{FF4679A9-531D-48DB-8302-9B70EDC920F1}" destId="{F54CE55D-7B65-4B6D-A208-91A4212574DC}" srcOrd="2" destOrd="0" presId="urn:microsoft.com/office/officeart/2005/8/layout/lProcess2"/>
    <dgm:cxn modelId="{E20F1727-9537-4A0A-88C5-A7166EFF5E54}" type="presParOf" srcId="{F54CE55D-7B65-4B6D-A208-91A4212574DC}" destId="{C7A5DC2C-8917-4176-A9DA-D3C7BB09FE1B}" srcOrd="0" destOrd="0" presId="urn:microsoft.com/office/officeart/2005/8/layout/lProcess2"/>
    <dgm:cxn modelId="{5380623E-2FF6-4ADF-A84A-C515D1D778B2}" type="presParOf" srcId="{C7A5DC2C-8917-4176-A9DA-D3C7BB09FE1B}" destId="{529B7956-6FF3-483A-B1DF-1F2528CBB194}" srcOrd="0" destOrd="0" presId="urn:microsoft.com/office/officeart/2005/8/layout/lProcess2"/>
    <dgm:cxn modelId="{CD0C1A71-8EBC-4CA4-9B23-2D051BD85A43}" type="presParOf" srcId="{C7A5DC2C-8917-4176-A9DA-D3C7BB09FE1B}" destId="{776C66A3-1E5C-45DE-8260-40A322060E78}" srcOrd="1" destOrd="0" presId="urn:microsoft.com/office/officeart/2005/8/layout/lProcess2"/>
    <dgm:cxn modelId="{904D43F9-3F9A-4CA2-9619-9B8F8FA9C8D6}" type="presParOf" srcId="{C7A5DC2C-8917-4176-A9DA-D3C7BB09FE1B}" destId="{4CEA3410-0B25-4BB9-87D0-E9663B23B506}" srcOrd="2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1311592-A6F7-4EC7-AE84-776DF2C777A1}" type="doc">
      <dgm:prSet loTypeId="urn:microsoft.com/office/officeart/2009/3/layout/CircleRelationship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9BB84CE-2C8A-43D7-81BD-A28DEE2B0B57}">
      <dgm:prSet phldrT="[Text]"/>
      <dgm:spPr/>
      <dgm:t>
        <a:bodyPr/>
        <a:lstStyle/>
        <a:p>
          <a:r>
            <a:rPr lang="en-US"/>
            <a:t>Audience</a:t>
          </a:r>
        </a:p>
      </dgm:t>
    </dgm:pt>
    <dgm:pt modelId="{504F543B-9A88-430B-907E-774E48532788}" type="parTrans" cxnId="{A84ACD5C-256A-4078-9754-E387D6EB3D17}">
      <dgm:prSet/>
      <dgm:spPr/>
      <dgm:t>
        <a:bodyPr/>
        <a:lstStyle/>
        <a:p>
          <a:endParaRPr lang="en-US"/>
        </a:p>
      </dgm:t>
    </dgm:pt>
    <dgm:pt modelId="{63E29D60-DB55-458F-A303-00F5EA1E8DEE}" type="sibTrans" cxnId="{A84ACD5C-256A-4078-9754-E387D6EB3D17}">
      <dgm:prSet/>
      <dgm:spPr/>
      <dgm:t>
        <a:bodyPr/>
        <a:lstStyle/>
        <a:p>
          <a:endParaRPr lang="en-US"/>
        </a:p>
      </dgm:t>
    </dgm:pt>
    <dgm:pt modelId="{D1780714-5B47-4E2D-922E-8089C6B3B50F}">
      <dgm:prSet phldrT="[Text]"/>
      <dgm:spPr/>
      <dgm:t>
        <a:bodyPr/>
        <a:lstStyle/>
        <a:p>
          <a:r>
            <a:rPr lang="en-US"/>
            <a:t>Need</a:t>
          </a:r>
        </a:p>
      </dgm:t>
    </dgm:pt>
    <dgm:pt modelId="{4F1FA586-9796-44C6-903F-362F7501D0B5}" type="parTrans" cxnId="{EA4D1445-0FE9-46A1-8DE7-D5EC6FAD758E}">
      <dgm:prSet/>
      <dgm:spPr/>
      <dgm:t>
        <a:bodyPr/>
        <a:lstStyle/>
        <a:p>
          <a:endParaRPr lang="en-US"/>
        </a:p>
      </dgm:t>
    </dgm:pt>
    <dgm:pt modelId="{E4C0DB44-736B-49CC-96E5-3406F1ED6B72}" type="sibTrans" cxnId="{EA4D1445-0FE9-46A1-8DE7-D5EC6FAD758E}">
      <dgm:prSet/>
      <dgm:spPr/>
      <dgm:t>
        <a:bodyPr/>
        <a:lstStyle/>
        <a:p>
          <a:endParaRPr lang="en-US"/>
        </a:p>
      </dgm:t>
    </dgm:pt>
    <dgm:pt modelId="{3A6E342F-16A4-412B-A92A-24A4CDC8AAF5}">
      <dgm:prSet phldrT="[Text]"/>
      <dgm:spPr/>
      <dgm:t>
        <a:bodyPr/>
        <a:lstStyle/>
        <a:p>
          <a:r>
            <a:rPr lang="en-US"/>
            <a:t>Offer</a:t>
          </a:r>
        </a:p>
      </dgm:t>
    </dgm:pt>
    <dgm:pt modelId="{45169AB8-453C-48C6-BBC0-C14F8E40FC4F}" type="parTrans" cxnId="{D46DC125-CE71-4688-9C3D-416922B22C5F}">
      <dgm:prSet/>
      <dgm:spPr/>
      <dgm:t>
        <a:bodyPr/>
        <a:lstStyle/>
        <a:p>
          <a:endParaRPr lang="en-US"/>
        </a:p>
      </dgm:t>
    </dgm:pt>
    <dgm:pt modelId="{4C43EAF0-C079-4CF5-9FE2-8A60A08071BC}" type="sibTrans" cxnId="{D46DC125-CE71-4688-9C3D-416922B22C5F}">
      <dgm:prSet/>
      <dgm:spPr/>
      <dgm:t>
        <a:bodyPr/>
        <a:lstStyle/>
        <a:p>
          <a:endParaRPr lang="en-US"/>
        </a:p>
      </dgm:t>
    </dgm:pt>
    <dgm:pt modelId="{02518E73-3814-4122-A0E2-F4D768841BDF}" type="pres">
      <dgm:prSet presAssocID="{01311592-A6F7-4EC7-AE84-776DF2C777A1}" presName="Name0" presStyleCnt="0">
        <dgm:presLayoutVars>
          <dgm:chMax val="1"/>
          <dgm:chPref val="1"/>
        </dgm:presLayoutVars>
      </dgm:prSet>
      <dgm:spPr/>
    </dgm:pt>
    <dgm:pt modelId="{D67BEA39-846E-452B-8559-8576866C41BA}" type="pres">
      <dgm:prSet presAssocID="{09BB84CE-2C8A-43D7-81BD-A28DEE2B0B57}" presName="Parent" presStyleLbl="node0" presStyleIdx="0" presStyleCnt="1">
        <dgm:presLayoutVars>
          <dgm:chMax val="5"/>
          <dgm:chPref val="5"/>
        </dgm:presLayoutVars>
      </dgm:prSet>
      <dgm:spPr/>
    </dgm:pt>
    <dgm:pt modelId="{F3FD0F89-C860-4B20-8464-14A988F965CE}" type="pres">
      <dgm:prSet presAssocID="{09BB84CE-2C8A-43D7-81BD-A28DEE2B0B57}" presName="Accent1" presStyleLbl="node1" presStyleIdx="0" presStyleCnt="13"/>
      <dgm:spPr/>
    </dgm:pt>
    <dgm:pt modelId="{4869FD4A-C184-4E0D-8C61-47DB34FC0FAA}" type="pres">
      <dgm:prSet presAssocID="{09BB84CE-2C8A-43D7-81BD-A28DEE2B0B57}" presName="Accent2" presStyleLbl="node1" presStyleIdx="1" presStyleCnt="13"/>
      <dgm:spPr/>
    </dgm:pt>
    <dgm:pt modelId="{628AD392-EBDD-4DD3-B82F-0F180618CBCA}" type="pres">
      <dgm:prSet presAssocID="{09BB84CE-2C8A-43D7-81BD-A28DEE2B0B57}" presName="Accent3" presStyleLbl="node1" presStyleIdx="2" presStyleCnt="13"/>
      <dgm:spPr/>
    </dgm:pt>
    <dgm:pt modelId="{B4E30ACD-70AD-44C5-BD82-292FDC4AC187}" type="pres">
      <dgm:prSet presAssocID="{09BB84CE-2C8A-43D7-81BD-A28DEE2B0B57}" presName="Accent4" presStyleLbl="node1" presStyleIdx="3" presStyleCnt="13"/>
      <dgm:spPr/>
    </dgm:pt>
    <dgm:pt modelId="{1BAC64FF-D443-4CEF-AF3A-413A841A46D8}" type="pres">
      <dgm:prSet presAssocID="{09BB84CE-2C8A-43D7-81BD-A28DEE2B0B57}" presName="Accent5" presStyleLbl="node1" presStyleIdx="4" presStyleCnt="13"/>
      <dgm:spPr/>
    </dgm:pt>
    <dgm:pt modelId="{8672CB3D-3255-4A71-A51B-DC65777D1EDA}" type="pres">
      <dgm:prSet presAssocID="{09BB84CE-2C8A-43D7-81BD-A28DEE2B0B57}" presName="Accent6" presStyleLbl="node1" presStyleIdx="5" presStyleCnt="13"/>
      <dgm:spPr/>
    </dgm:pt>
    <dgm:pt modelId="{707F13E0-C762-474F-A91A-89697E9A3455}" type="pres">
      <dgm:prSet presAssocID="{D1780714-5B47-4E2D-922E-8089C6B3B50F}" presName="Child1" presStyleLbl="node1" presStyleIdx="6" presStyleCnt="13">
        <dgm:presLayoutVars>
          <dgm:chMax val="0"/>
          <dgm:chPref val="0"/>
        </dgm:presLayoutVars>
      </dgm:prSet>
      <dgm:spPr/>
    </dgm:pt>
    <dgm:pt modelId="{4DA897D3-D0F8-4B5A-B655-A9C4241506B6}" type="pres">
      <dgm:prSet presAssocID="{D1780714-5B47-4E2D-922E-8089C6B3B50F}" presName="Accent7" presStyleCnt="0"/>
      <dgm:spPr/>
    </dgm:pt>
    <dgm:pt modelId="{0C7063C4-BF2C-473D-8AD1-F467D90BBFE1}" type="pres">
      <dgm:prSet presAssocID="{D1780714-5B47-4E2D-922E-8089C6B3B50F}" presName="AccentHold1" presStyleLbl="node1" presStyleIdx="7" presStyleCnt="13"/>
      <dgm:spPr/>
    </dgm:pt>
    <dgm:pt modelId="{E75D4C4B-D782-4F0E-B172-BC0B8216ADEA}" type="pres">
      <dgm:prSet presAssocID="{D1780714-5B47-4E2D-922E-8089C6B3B50F}" presName="Accent8" presStyleCnt="0"/>
      <dgm:spPr/>
    </dgm:pt>
    <dgm:pt modelId="{873D7CBE-2FA9-4914-800A-8B24EF8A8236}" type="pres">
      <dgm:prSet presAssocID="{D1780714-5B47-4E2D-922E-8089C6B3B50F}" presName="AccentHold2" presStyleLbl="node1" presStyleIdx="8" presStyleCnt="13"/>
      <dgm:spPr/>
    </dgm:pt>
    <dgm:pt modelId="{2B31F8E8-DF09-418C-98FA-23729BE9A247}" type="pres">
      <dgm:prSet presAssocID="{3A6E342F-16A4-412B-A92A-24A4CDC8AAF5}" presName="Child2" presStyleLbl="node1" presStyleIdx="9" presStyleCnt="13">
        <dgm:presLayoutVars>
          <dgm:chMax val="0"/>
          <dgm:chPref val="0"/>
        </dgm:presLayoutVars>
      </dgm:prSet>
      <dgm:spPr/>
    </dgm:pt>
    <dgm:pt modelId="{49B1EEA4-3835-4652-B611-D6F790A70471}" type="pres">
      <dgm:prSet presAssocID="{3A6E342F-16A4-412B-A92A-24A4CDC8AAF5}" presName="Accent9" presStyleCnt="0"/>
      <dgm:spPr/>
    </dgm:pt>
    <dgm:pt modelId="{0EA86A4D-8983-4093-AE4D-173DC8D7AFD0}" type="pres">
      <dgm:prSet presAssocID="{3A6E342F-16A4-412B-A92A-24A4CDC8AAF5}" presName="AccentHold1" presStyleLbl="node1" presStyleIdx="10" presStyleCnt="13"/>
      <dgm:spPr/>
    </dgm:pt>
    <dgm:pt modelId="{058C1E9B-BB72-49C7-AADB-9603433581D9}" type="pres">
      <dgm:prSet presAssocID="{3A6E342F-16A4-412B-A92A-24A4CDC8AAF5}" presName="Accent10" presStyleCnt="0"/>
      <dgm:spPr/>
    </dgm:pt>
    <dgm:pt modelId="{1DDA6E89-C26E-4D69-AAD3-400CB7CA57D1}" type="pres">
      <dgm:prSet presAssocID="{3A6E342F-16A4-412B-A92A-24A4CDC8AAF5}" presName="AccentHold2" presStyleLbl="node1" presStyleIdx="11" presStyleCnt="13"/>
      <dgm:spPr/>
    </dgm:pt>
    <dgm:pt modelId="{C8787EED-80BF-4203-997F-1214C0A1CB47}" type="pres">
      <dgm:prSet presAssocID="{3A6E342F-16A4-412B-A92A-24A4CDC8AAF5}" presName="Accent11" presStyleCnt="0"/>
      <dgm:spPr/>
    </dgm:pt>
    <dgm:pt modelId="{479D5D71-4673-40F6-8066-DF73ECCAE8B6}" type="pres">
      <dgm:prSet presAssocID="{3A6E342F-16A4-412B-A92A-24A4CDC8AAF5}" presName="AccentHold3" presStyleLbl="node1" presStyleIdx="12" presStyleCnt="13"/>
      <dgm:spPr/>
    </dgm:pt>
  </dgm:ptLst>
  <dgm:cxnLst>
    <dgm:cxn modelId="{D46DC125-CE71-4688-9C3D-416922B22C5F}" srcId="{09BB84CE-2C8A-43D7-81BD-A28DEE2B0B57}" destId="{3A6E342F-16A4-412B-A92A-24A4CDC8AAF5}" srcOrd="1" destOrd="0" parTransId="{45169AB8-453C-48C6-BBC0-C14F8E40FC4F}" sibTransId="{4C43EAF0-C079-4CF5-9FE2-8A60A08071BC}"/>
    <dgm:cxn modelId="{D1C43D32-6F3E-4291-AD54-B1B998DE23B8}" type="presOf" srcId="{3A6E342F-16A4-412B-A92A-24A4CDC8AAF5}" destId="{2B31F8E8-DF09-418C-98FA-23729BE9A247}" srcOrd="0" destOrd="0" presId="urn:microsoft.com/office/officeart/2009/3/layout/CircleRelationship"/>
    <dgm:cxn modelId="{615A873A-7A0C-4535-80E6-66FA8AAC2E4D}" type="presOf" srcId="{09BB84CE-2C8A-43D7-81BD-A28DEE2B0B57}" destId="{D67BEA39-846E-452B-8559-8576866C41BA}" srcOrd="0" destOrd="0" presId="urn:microsoft.com/office/officeart/2009/3/layout/CircleRelationship"/>
    <dgm:cxn modelId="{A84ACD5C-256A-4078-9754-E387D6EB3D17}" srcId="{01311592-A6F7-4EC7-AE84-776DF2C777A1}" destId="{09BB84CE-2C8A-43D7-81BD-A28DEE2B0B57}" srcOrd="0" destOrd="0" parTransId="{504F543B-9A88-430B-907E-774E48532788}" sibTransId="{63E29D60-DB55-458F-A303-00F5EA1E8DEE}"/>
    <dgm:cxn modelId="{EA4D1445-0FE9-46A1-8DE7-D5EC6FAD758E}" srcId="{09BB84CE-2C8A-43D7-81BD-A28DEE2B0B57}" destId="{D1780714-5B47-4E2D-922E-8089C6B3B50F}" srcOrd="0" destOrd="0" parTransId="{4F1FA586-9796-44C6-903F-362F7501D0B5}" sibTransId="{E4C0DB44-736B-49CC-96E5-3406F1ED6B72}"/>
    <dgm:cxn modelId="{94BBBA79-3707-4E85-82BA-20B0594EFD6C}" type="presOf" srcId="{D1780714-5B47-4E2D-922E-8089C6B3B50F}" destId="{707F13E0-C762-474F-A91A-89697E9A3455}" srcOrd="0" destOrd="0" presId="urn:microsoft.com/office/officeart/2009/3/layout/CircleRelationship"/>
    <dgm:cxn modelId="{76F1C0A7-5D60-49A2-A51F-50C5E61AE845}" type="presOf" srcId="{01311592-A6F7-4EC7-AE84-776DF2C777A1}" destId="{02518E73-3814-4122-A0E2-F4D768841BDF}" srcOrd="0" destOrd="0" presId="urn:microsoft.com/office/officeart/2009/3/layout/CircleRelationship"/>
    <dgm:cxn modelId="{90F02D18-227E-4BCB-820E-7805BF17CC51}" type="presParOf" srcId="{02518E73-3814-4122-A0E2-F4D768841BDF}" destId="{D67BEA39-846E-452B-8559-8576866C41BA}" srcOrd="0" destOrd="0" presId="urn:microsoft.com/office/officeart/2009/3/layout/CircleRelationship"/>
    <dgm:cxn modelId="{9FBD4BB8-5301-4CF4-BCC0-2E0770554167}" type="presParOf" srcId="{02518E73-3814-4122-A0E2-F4D768841BDF}" destId="{F3FD0F89-C860-4B20-8464-14A988F965CE}" srcOrd="1" destOrd="0" presId="urn:microsoft.com/office/officeart/2009/3/layout/CircleRelationship"/>
    <dgm:cxn modelId="{0521682B-93A0-495E-9501-D5D1D73F174A}" type="presParOf" srcId="{02518E73-3814-4122-A0E2-F4D768841BDF}" destId="{4869FD4A-C184-4E0D-8C61-47DB34FC0FAA}" srcOrd="2" destOrd="0" presId="urn:microsoft.com/office/officeart/2009/3/layout/CircleRelationship"/>
    <dgm:cxn modelId="{E8EA91C8-BA43-4616-B5E6-8F5C2CB06BE6}" type="presParOf" srcId="{02518E73-3814-4122-A0E2-F4D768841BDF}" destId="{628AD392-EBDD-4DD3-B82F-0F180618CBCA}" srcOrd="3" destOrd="0" presId="urn:microsoft.com/office/officeart/2009/3/layout/CircleRelationship"/>
    <dgm:cxn modelId="{E2C5E637-67E7-481A-BC08-245937983545}" type="presParOf" srcId="{02518E73-3814-4122-A0E2-F4D768841BDF}" destId="{B4E30ACD-70AD-44C5-BD82-292FDC4AC187}" srcOrd="4" destOrd="0" presId="urn:microsoft.com/office/officeart/2009/3/layout/CircleRelationship"/>
    <dgm:cxn modelId="{0B920567-B8D9-4E94-99CB-A815465F8B71}" type="presParOf" srcId="{02518E73-3814-4122-A0E2-F4D768841BDF}" destId="{1BAC64FF-D443-4CEF-AF3A-413A841A46D8}" srcOrd="5" destOrd="0" presId="urn:microsoft.com/office/officeart/2009/3/layout/CircleRelationship"/>
    <dgm:cxn modelId="{783926C8-4234-4BA1-BFF5-432B79379850}" type="presParOf" srcId="{02518E73-3814-4122-A0E2-F4D768841BDF}" destId="{8672CB3D-3255-4A71-A51B-DC65777D1EDA}" srcOrd="6" destOrd="0" presId="urn:microsoft.com/office/officeart/2009/3/layout/CircleRelationship"/>
    <dgm:cxn modelId="{2D93676B-AD3C-41BF-A815-96618A81BCD4}" type="presParOf" srcId="{02518E73-3814-4122-A0E2-F4D768841BDF}" destId="{707F13E0-C762-474F-A91A-89697E9A3455}" srcOrd="7" destOrd="0" presId="urn:microsoft.com/office/officeart/2009/3/layout/CircleRelationship"/>
    <dgm:cxn modelId="{B0EB4CC7-3AED-4B81-AC45-9646699C1AE3}" type="presParOf" srcId="{02518E73-3814-4122-A0E2-F4D768841BDF}" destId="{4DA897D3-D0F8-4B5A-B655-A9C4241506B6}" srcOrd="8" destOrd="0" presId="urn:microsoft.com/office/officeart/2009/3/layout/CircleRelationship"/>
    <dgm:cxn modelId="{645AF6B1-C856-423B-AE99-BAC6F5F2AB45}" type="presParOf" srcId="{4DA897D3-D0F8-4B5A-B655-A9C4241506B6}" destId="{0C7063C4-BF2C-473D-8AD1-F467D90BBFE1}" srcOrd="0" destOrd="0" presId="urn:microsoft.com/office/officeart/2009/3/layout/CircleRelationship"/>
    <dgm:cxn modelId="{9271B4D9-D576-491D-8B59-A244C2EC1AF7}" type="presParOf" srcId="{02518E73-3814-4122-A0E2-F4D768841BDF}" destId="{E75D4C4B-D782-4F0E-B172-BC0B8216ADEA}" srcOrd="9" destOrd="0" presId="urn:microsoft.com/office/officeart/2009/3/layout/CircleRelationship"/>
    <dgm:cxn modelId="{665CF76F-0546-4ECE-A16B-1ADA00C872AB}" type="presParOf" srcId="{E75D4C4B-D782-4F0E-B172-BC0B8216ADEA}" destId="{873D7CBE-2FA9-4914-800A-8B24EF8A8236}" srcOrd="0" destOrd="0" presId="urn:microsoft.com/office/officeart/2009/3/layout/CircleRelationship"/>
    <dgm:cxn modelId="{F8BAF8D1-4285-4B53-A64E-74D96A38A114}" type="presParOf" srcId="{02518E73-3814-4122-A0E2-F4D768841BDF}" destId="{2B31F8E8-DF09-418C-98FA-23729BE9A247}" srcOrd="10" destOrd="0" presId="urn:microsoft.com/office/officeart/2009/3/layout/CircleRelationship"/>
    <dgm:cxn modelId="{2289E04D-9C55-4F03-AB96-2E188FFDA01D}" type="presParOf" srcId="{02518E73-3814-4122-A0E2-F4D768841BDF}" destId="{49B1EEA4-3835-4652-B611-D6F790A70471}" srcOrd="11" destOrd="0" presId="urn:microsoft.com/office/officeart/2009/3/layout/CircleRelationship"/>
    <dgm:cxn modelId="{6662B304-FC65-4702-91F4-9E1D1FC87D09}" type="presParOf" srcId="{49B1EEA4-3835-4652-B611-D6F790A70471}" destId="{0EA86A4D-8983-4093-AE4D-173DC8D7AFD0}" srcOrd="0" destOrd="0" presId="urn:microsoft.com/office/officeart/2009/3/layout/CircleRelationship"/>
    <dgm:cxn modelId="{EBAB6643-1805-458E-B333-40DC8DB0E59F}" type="presParOf" srcId="{02518E73-3814-4122-A0E2-F4D768841BDF}" destId="{058C1E9B-BB72-49C7-AADB-9603433581D9}" srcOrd="12" destOrd="0" presId="urn:microsoft.com/office/officeart/2009/3/layout/CircleRelationship"/>
    <dgm:cxn modelId="{33B26252-0540-4CFD-B70F-947AF5091670}" type="presParOf" srcId="{058C1E9B-BB72-49C7-AADB-9603433581D9}" destId="{1DDA6E89-C26E-4D69-AAD3-400CB7CA57D1}" srcOrd="0" destOrd="0" presId="urn:microsoft.com/office/officeart/2009/3/layout/CircleRelationship"/>
    <dgm:cxn modelId="{F9098D78-7586-4672-BEB9-A857C6460550}" type="presParOf" srcId="{02518E73-3814-4122-A0E2-F4D768841BDF}" destId="{C8787EED-80BF-4203-997F-1214C0A1CB47}" srcOrd="13" destOrd="0" presId="urn:microsoft.com/office/officeart/2009/3/layout/CircleRelationship"/>
    <dgm:cxn modelId="{359C46A5-AC77-4B64-BEA2-4179F3A69DE6}" type="presParOf" srcId="{C8787EED-80BF-4203-997F-1214C0A1CB47}" destId="{479D5D71-4673-40F6-8066-DF73ECCAE8B6}" srcOrd="0" destOrd="0" presId="urn:microsoft.com/office/officeart/2009/3/layout/CircleRelationship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3B5C93C-4D29-499B-A108-41C7D9D63DF7}" type="doc">
      <dgm:prSet loTypeId="urn:microsoft.com/office/officeart/2005/8/layout/matrix2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F09597-7DEE-4257-9C53-DB3B9CFB5D5D}">
      <dgm:prSet phldrT="[Text]"/>
      <dgm:spPr/>
      <dgm:t>
        <a:bodyPr/>
        <a:lstStyle/>
        <a:p>
          <a:r>
            <a:rPr lang="en-US"/>
            <a:t>Axis</a:t>
          </a:r>
        </a:p>
      </dgm:t>
    </dgm:pt>
    <dgm:pt modelId="{8FBB61A3-B004-445C-AC2F-D61A2CC67845}" type="parTrans" cxnId="{9B94761A-1E26-496C-B9F7-8BB7D88E68AF}">
      <dgm:prSet/>
      <dgm:spPr/>
      <dgm:t>
        <a:bodyPr/>
        <a:lstStyle/>
        <a:p>
          <a:endParaRPr lang="en-US"/>
        </a:p>
      </dgm:t>
    </dgm:pt>
    <dgm:pt modelId="{E6BF9CB3-A698-4FA3-9B1E-FBB3F09FF982}" type="sibTrans" cxnId="{9B94761A-1E26-496C-B9F7-8BB7D88E68AF}">
      <dgm:prSet/>
      <dgm:spPr/>
      <dgm:t>
        <a:bodyPr/>
        <a:lstStyle/>
        <a:p>
          <a:endParaRPr lang="en-US"/>
        </a:p>
      </dgm:t>
    </dgm:pt>
    <dgm:pt modelId="{CDF0FDA6-5155-461F-8D80-8DD02BFE5767}">
      <dgm:prSet phldrT="[Text]"/>
      <dgm:spPr/>
      <dgm:t>
        <a:bodyPr/>
        <a:lstStyle/>
        <a:p>
          <a:r>
            <a:rPr lang="en-US"/>
            <a:t>Speed</a:t>
          </a:r>
        </a:p>
      </dgm:t>
    </dgm:pt>
    <dgm:pt modelId="{E68CE0BF-2E67-4865-9301-6907D5C1E1A1}" type="parTrans" cxnId="{EEAEAB0C-2325-445C-86F1-17C12696E2DF}">
      <dgm:prSet/>
      <dgm:spPr/>
      <dgm:t>
        <a:bodyPr/>
        <a:lstStyle/>
        <a:p>
          <a:endParaRPr lang="en-US"/>
        </a:p>
      </dgm:t>
    </dgm:pt>
    <dgm:pt modelId="{E6651B9E-E7F2-47AC-A2A6-360650D4E5CB}" type="sibTrans" cxnId="{EEAEAB0C-2325-445C-86F1-17C12696E2DF}">
      <dgm:prSet/>
      <dgm:spPr/>
      <dgm:t>
        <a:bodyPr/>
        <a:lstStyle/>
        <a:p>
          <a:endParaRPr lang="en-US"/>
        </a:p>
      </dgm:t>
    </dgm:pt>
    <dgm:pt modelId="{70A07A18-F030-456E-957B-FB33F11388A4}">
      <dgm:prSet phldrT="[Text]"/>
      <dgm:spPr/>
      <dgm:t>
        <a:bodyPr/>
        <a:lstStyle/>
        <a:p>
          <a:r>
            <a:rPr lang="en-US"/>
            <a:t>Quality</a:t>
          </a:r>
        </a:p>
      </dgm:t>
    </dgm:pt>
    <dgm:pt modelId="{3CB74B80-5FAE-468D-BA31-509C7FD8513E}" type="parTrans" cxnId="{B52EDCA2-849D-45E0-BFF1-7B0F06394E3B}">
      <dgm:prSet/>
      <dgm:spPr/>
      <dgm:t>
        <a:bodyPr/>
        <a:lstStyle/>
        <a:p>
          <a:endParaRPr lang="en-US"/>
        </a:p>
      </dgm:t>
    </dgm:pt>
    <dgm:pt modelId="{51CD5F02-1BB2-4736-A816-686EFA01015C}" type="sibTrans" cxnId="{B52EDCA2-849D-45E0-BFF1-7B0F06394E3B}">
      <dgm:prSet/>
      <dgm:spPr/>
      <dgm:t>
        <a:bodyPr/>
        <a:lstStyle/>
        <a:p>
          <a:endParaRPr lang="en-US"/>
        </a:p>
      </dgm:t>
    </dgm:pt>
    <dgm:pt modelId="{1736BBAB-E495-49EC-BD4E-AD60B6A6C005}">
      <dgm:prSet phldrT="[Text]"/>
      <dgm:spPr/>
      <dgm:t>
        <a:bodyPr/>
        <a:lstStyle/>
        <a:p>
          <a:r>
            <a:rPr lang="en-US"/>
            <a:t>Cost</a:t>
          </a:r>
        </a:p>
      </dgm:t>
    </dgm:pt>
    <dgm:pt modelId="{3C1A9195-D072-45DF-ACAB-008D718843AA}" type="parTrans" cxnId="{39DBE7BE-610C-463F-97D2-C1EBBFC5FB8C}">
      <dgm:prSet/>
      <dgm:spPr/>
      <dgm:t>
        <a:bodyPr/>
        <a:lstStyle/>
        <a:p>
          <a:endParaRPr lang="en-US"/>
        </a:p>
      </dgm:t>
    </dgm:pt>
    <dgm:pt modelId="{45B65BA0-FDCF-4D79-8CD0-08A902423E55}" type="sibTrans" cxnId="{39DBE7BE-610C-463F-97D2-C1EBBFC5FB8C}">
      <dgm:prSet/>
      <dgm:spPr/>
      <dgm:t>
        <a:bodyPr/>
        <a:lstStyle/>
        <a:p>
          <a:endParaRPr lang="en-US"/>
        </a:p>
      </dgm:t>
    </dgm:pt>
    <dgm:pt modelId="{7DB84D0E-A6B7-4FB3-88B5-4E61D4AAA402}" type="pres">
      <dgm:prSet presAssocID="{B3B5C93C-4D29-499B-A108-41C7D9D63DF7}" presName="matrix" presStyleCnt="0">
        <dgm:presLayoutVars>
          <dgm:chMax val="1"/>
          <dgm:dir/>
          <dgm:resizeHandles val="exact"/>
        </dgm:presLayoutVars>
      </dgm:prSet>
      <dgm:spPr/>
    </dgm:pt>
    <dgm:pt modelId="{885F0A8D-EABC-481B-B131-E473249176C3}" type="pres">
      <dgm:prSet presAssocID="{B3B5C93C-4D29-499B-A108-41C7D9D63DF7}" presName="axisShape" presStyleLbl="bgShp" presStyleIdx="0" presStyleCnt="1"/>
      <dgm:spPr/>
    </dgm:pt>
    <dgm:pt modelId="{9CC4A062-0CB6-46B7-AF99-407C643277B1}" type="pres">
      <dgm:prSet presAssocID="{B3B5C93C-4D29-499B-A108-41C7D9D63DF7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A1DB8F3F-62B5-442A-BAA8-3C61B4C629D4}" type="pres">
      <dgm:prSet presAssocID="{B3B5C93C-4D29-499B-A108-41C7D9D63DF7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07F64800-037D-45D0-958F-FBF3A7F476E8}" type="pres">
      <dgm:prSet presAssocID="{B3B5C93C-4D29-499B-A108-41C7D9D63DF7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9497DD29-E359-4021-94DF-239807CDC184}" type="pres">
      <dgm:prSet presAssocID="{B3B5C93C-4D29-499B-A108-41C7D9D63DF7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EEAEAB0C-2325-445C-86F1-17C12696E2DF}" srcId="{B3B5C93C-4D29-499B-A108-41C7D9D63DF7}" destId="{CDF0FDA6-5155-461F-8D80-8DD02BFE5767}" srcOrd="1" destOrd="0" parTransId="{E68CE0BF-2E67-4865-9301-6907D5C1E1A1}" sibTransId="{E6651B9E-E7F2-47AC-A2A6-360650D4E5CB}"/>
    <dgm:cxn modelId="{3D9DE00C-2FD5-4AB5-AC99-7E9E624D2DB9}" type="presOf" srcId="{5CF09597-7DEE-4257-9C53-DB3B9CFB5D5D}" destId="{9CC4A062-0CB6-46B7-AF99-407C643277B1}" srcOrd="0" destOrd="0" presId="urn:microsoft.com/office/officeart/2005/8/layout/matrix2"/>
    <dgm:cxn modelId="{851BF412-819D-445A-BBFE-1041901AB067}" type="presOf" srcId="{1736BBAB-E495-49EC-BD4E-AD60B6A6C005}" destId="{9497DD29-E359-4021-94DF-239807CDC184}" srcOrd="0" destOrd="0" presId="urn:microsoft.com/office/officeart/2005/8/layout/matrix2"/>
    <dgm:cxn modelId="{9B94761A-1E26-496C-B9F7-8BB7D88E68AF}" srcId="{B3B5C93C-4D29-499B-A108-41C7D9D63DF7}" destId="{5CF09597-7DEE-4257-9C53-DB3B9CFB5D5D}" srcOrd="0" destOrd="0" parTransId="{8FBB61A3-B004-445C-AC2F-D61A2CC67845}" sibTransId="{E6BF9CB3-A698-4FA3-9B1E-FBB3F09FF982}"/>
    <dgm:cxn modelId="{2383661D-B0E2-4DC9-9AA5-508714FA5BF8}" type="presOf" srcId="{CDF0FDA6-5155-461F-8D80-8DD02BFE5767}" destId="{A1DB8F3F-62B5-442A-BAA8-3C61B4C629D4}" srcOrd="0" destOrd="0" presId="urn:microsoft.com/office/officeart/2005/8/layout/matrix2"/>
    <dgm:cxn modelId="{A234EA2D-6995-45B0-A8DB-6C96CEB7E8D6}" type="presOf" srcId="{B3B5C93C-4D29-499B-A108-41C7D9D63DF7}" destId="{7DB84D0E-A6B7-4FB3-88B5-4E61D4AAA402}" srcOrd="0" destOrd="0" presId="urn:microsoft.com/office/officeart/2005/8/layout/matrix2"/>
    <dgm:cxn modelId="{EAF5FB65-8D3D-4A12-8CF4-A1132E35EE12}" type="presOf" srcId="{70A07A18-F030-456E-957B-FB33F11388A4}" destId="{07F64800-037D-45D0-958F-FBF3A7F476E8}" srcOrd="0" destOrd="0" presId="urn:microsoft.com/office/officeart/2005/8/layout/matrix2"/>
    <dgm:cxn modelId="{B52EDCA2-849D-45E0-BFF1-7B0F06394E3B}" srcId="{B3B5C93C-4D29-499B-A108-41C7D9D63DF7}" destId="{70A07A18-F030-456E-957B-FB33F11388A4}" srcOrd="2" destOrd="0" parTransId="{3CB74B80-5FAE-468D-BA31-509C7FD8513E}" sibTransId="{51CD5F02-1BB2-4736-A816-686EFA01015C}"/>
    <dgm:cxn modelId="{39DBE7BE-610C-463F-97D2-C1EBBFC5FB8C}" srcId="{B3B5C93C-4D29-499B-A108-41C7D9D63DF7}" destId="{1736BBAB-E495-49EC-BD4E-AD60B6A6C005}" srcOrd="3" destOrd="0" parTransId="{3C1A9195-D072-45DF-ACAB-008D718843AA}" sibTransId="{45B65BA0-FDCF-4D79-8CD0-08A902423E55}"/>
    <dgm:cxn modelId="{452C5774-A909-4975-89E4-B527CB7BE1EA}" type="presParOf" srcId="{7DB84D0E-A6B7-4FB3-88B5-4E61D4AAA402}" destId="{885F0A8D-EABC-481B-B131-E473249176C3}" srcOrd="0" destOrd="0" presId="urn:microsoft.com/office/officeart/2005/8/layout/matrix2"/>
    <dgm:cxn modelId="{D6D7052B-7B4A-43BE-848F-3E3E85AACE07}" type="presParOf" srcId="{7DB84D0E-A6B7-4FB3-88B5-4E61D4AAA402}" destId="{9CC4A062-0CB6-46B7-AF99-407C643277B1}" srcOrd="1" destOrd="0" presId="urn:microsoft.com/office/officeart/2005/8/layout/matrix2"/>
    <dgm:cxn modelId="{B7D5A6B4-CC31-43DD-8697-D13EFE935D46}" type="presParOf" srcId="{7DB84D0E-A6B7-4FB3-88B5-4E61D4AAA402}" destId="{A1DB8F3F-62B5-442A-BAA8-3C61B4C629D4}" srcOrd="2" destOrd="0" presId="urn:microsoft.com/office/officeart/2005/8/layout/matrix2"/>
    <dgm:cxn modelId="{551F0369-9895-4FA7-A238-DFFF5AF5FCBC}" type="presParOf" srcId="{7DB84D0E-A6B7-4FB3-88B5-4E61D4AAA402}" destId="{07F64800-037D-45D0-958F-FBF3A7F476E8}" srcOrd="3" destOrd="0" presId="urn:microsoft.com/office/officeart/2005/8/layout/matrix2"/>
    <dgm:cxn modelId="{4513DAD1-B130-4F0F-8286-236EFF082FE0}" type="presParOf" srcId="{7DB84D0E-A6B7-4FB3-88B5-4E61D4AAA402}" destId="{9497DD29-E359-4021-94DF-239807CDC184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76F8D0C-EF54-4800-8EEA-A129F0D0E0C5}" type="doc">
      <dgm:prSet loTypeId="urn:microsoft.com/office/officeart/200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172647C-7E46-4BFF-B0C6-619DF3F57CB5}">
      <dgm:prSet phldrT="[Text]"/>
      <dgm:spPr/>
      <dgm:t>
        <a:bodyPr/>
        <a:lstStyle/>
        <a:p>
          <a:r>
            <a:rPr lang="en-US"/>
            <a:t>Phase A</a:t>
          </a:r>
        </a:p>
      </dgm:t>
    </dgm:pt>
    <dgm:pt modelId="{B5BB5B06-CF00-4A87-A413-3088622BB2B4}" type="parTrans" cxnId="{629757A5-E334-4258-8A32-FA7F443EEE54}">
      <dgm:prSet/>
      <dgm:spPr/>
      <dgm:t>
        <a:bodyPr/>
        <a:lstStyle/>
        <a:p>
          <a:endParaRPr lang="en-US"/>
        </a:p>
      </dgm:t>
    </dgm:pt>
    <dgm:pt modelId="{6540C5A8-763A-4E82-B10F-0DC1671515F8}" type="sibTrans" cxnId="{629757A5-E334-4258-8A32-FA7F443EEE54}">
      <dgm:prSet/>
      <dgm:spPr/>
      <dgm:t>
        <a:bodyPr/>
        <a:lstStyle/>
        <a:p>
          <a:endParaRPr lang="en-US"/>
        </a:p>
      </dgm:t>
    </dgm:pt>
    <dgm:pt modelId="{D652F897-E874-4AD9-924B-9FF64F4BBA8E}">
      <dgm:prSet phldrT="[Text]"/>
      <dgm:spPr/>
      <dgm:t>
        <a:bodyPr/>
        <a:lstStyle/>
        <a:p>
          <a:r>
            <a:rPr lang="en-US"/>
            <a:t>Phase B</a:t>
          </a:r>
        </a:p>
      </dgm:t>
    </dgm:pt>
    <dgm:pt modelId="{DB647786-C08B-483C-8683-4789586642B9}" type="parTrans" cxnId="{44D65540-7949-4B36-A03D-C2856701B976}">
      <dgm:prSet/>
      <dgm:spPr/>
      <dgm:t>
        <a:bodyPr/>
        <a:lstStyle/>
        <a:p>
          <a:endParaRPr lang="en-US"/>
        </a:p>
      </dgm:t>
    </dgm:pt>
    <dgm:pt modelId="{A5DE3010-93B5-410E-A493-D60E21DF7BFD}" type="sibTrans" cxnId="{44D65540-7949-4B36-A03D-C2856701B976}">
      <dgm:prSet/>
      <dgm:spPr/>
      <dgm:t>
        <a:bodyPr/>
        <a:lstStyle/>
        <a:p>
          <a:endParaRPr lang="en-US"/>
        </a:p>
      </dgm:t>
    </dgm:pt>
    <dgm:pt modelId="{75CB46C3-324D-4FD6-B36B-CB629D2EA10F}">
      <dgm:prSet phldrT="[Text]"/>
      <dgm:spPr/>
      <dgm:t>
        <a:bodyPr/>
        <a:lstStyle/>
        <a:p>
          <a:r>
            <a:rPr lang="en-US"/>
            <a:t>Phase C</a:t>
          </a:r>
        </a:p>
      </dgm:t>
    </dgm:pt>
    <dgm:pt modelId="{6FE83018-3EB8-4E6C-BF0F-538B21703F7A}" type="parTrans" cxnId="{1709A541-6FE6-4C27-A1A1-4DC7891E0447}">
      <dgm:prSet/>
      <dgm:spPr/>
      <dgm:t>
        <a:bodyPr/>
        <a:lstStyle/>
        <a:p>
          <a:endParaRPr lang="en-US"/>
        </a:p>
      </dgm:t>
    </dgm:pt>
    <dgm:pt modelId="{2FF2D0ED-E21F-4E4F-A2BA-77A4F6F005BC}" type="sibTrans" cxnId="{1709A541-6FE6-4C27-A1A1-4DC7891E0447}">
      <dgm:prSet/>
      <dgm:spPr/>
      <dgm:t>
        <a:bodyPr/>
        <a:lstStyle/>
        <a:p>
          <a:endParaRPr lang="en-US"/>
        </a:p>
      </dgm:t>
    </dgm:pt>
    <dgm:pt modelId="{BA221736-8DE4-491D-8A2C-B8001C58115C}">
      <dgm:prSet phldrT="[Text]"/>
      <dgm:spPr/>
      <dgm:t>
        <a:bodyPr/>
        <a:lstStyle/>
        <a:p>
          <a:r>
            <a:rPr lang="en-US"/>
            <a:t>Phase D</a:t>
          </a:r>
        </a:p>
      </dgm:t>
    </dgm:pt>
    <dgm:pt modelId="{2AACA333-4CD1-4E92-BFD2-EE41A57AE4DD}" type="parTrans" cxnId="{BBCE184F-E9C0-4949-9DED-CD7F2D542BF8}">
      <dgm:prSet/>
      <dgm:spPr/>
      <dgm:t>
        <a:bodyPr/>
        <a:lstStyle/>
        <a:p>
          <a:endParaRPr lang="en-US"/>
        </a:p>
      </dgm:t>
    </dgm:pt>
    <dgm:pt modelId="{8EC44B70-AC73-46AB-9F8D-BA51468C58B4}" type="sibTrans" cxnId="{BBCE184F-E9C0-4949-9DED-CD7F2D542BF8}">
      <dgm:prSet/>
      <dgm:spPr/>
      <dgm:t>
        <a:bodyPr/>
        <a:lstStyle/>
        <a:p>
          <a:endParaRPr lang="en-US"/>
        </a:p>
      </dgm:t>
    </dgm:pt>
    <dgm:pt modelId="{663C2780-0DD0-4F6A-806D-36021A518175}">
      <dgm:prSet phldrT="[Text]" phldr="1"/>
      <dgm:spPr/>
      <dgm:t>
        <a:bodyPr/>
        <a:lstStyle/>
        <a:p>
          <a:endParaRPr lang="en-US"/>
        </a:p>
      </dgm:t>
    </dgm:pt>
    <dgm:pt modelId="{F9ED8477-7711-460E-A87C-6B41F90FFA59}" type="parTrans" cxnId="{4BEC1DC5-96BC-4354-B773-99DB35D06E86}">
      <dgm:prSet/>
      <dgm:spPr/>
      <dgm:t>
        <a:bodyPr/>
        <a:lstStyle/>
        <a:p>
          <a:endParaRPr lang="en-US"/>
        </a:p>
      </dgm:t>
    </dgm:pt>
    <dgm:pt modelId="{9D8679A3-5F68-4105-8BAC-550778E01DEE}" type="sibTrans" cxnId="{4BEC1DC5-96BC-4354-B773-99DB35D06E86}">
      <dgm:prSet/>
      <dgm:spPr/>
      <dgm:t>
        <a:bodyPr/>
        <a:lstStyle/>
        <a:p>
          <a:endParaRPr lang="en-US"/>
        </a:p>
      </dgm:t>
    </dgm:pt>
    <dgm:pt modelId="{17A99BBF-E9E6-4A32-9A29-CC3FFA5EAC6B}">
      <dgm:prSet phldrT="[Text]" phldr="1"/>
      <dgm:spPr/>
      <dgm:t>
        <a:bodyPr/>
        <a:lstStyle/>
        <a:p>
          <a:endParaRPr lang="en-US"/>
        </a:p>
      </dgm:t>
    </dgm:pt>
    <dgm:pt modelId="{E212B37D-87D8-4D80-9261-81B8722A59C9}" type="parTrans" cxnId="{30911647-F395-417A-82BA-25A6D1950C13}">
      <dgm:prSet/>
      <dgm:spPr/>
      <dgm:t>
        <a:bodyPr/>
        <a:lstStyle/>
        <a:p>
          <a:endParaRPr lang="en-US"/>
        </a:p>
      </dgm:t>
    </dgm:pt>
    <dgm:pt modelId="{B0F92595-DA7E-4D7B-9CD8-9BCC18831380}" type="sibTrans" cxnId="{30911647-F395-417A-82BA-25A6D1950C13}">
      <dgm:prSet/>
      <dgm:spPr/>
      <dgm:t>
        <a:bodyPr/>
        <a:lstStyle/>
        <a:p>
          <a:endParaRPr lang="en-US"/>
        </a:p>
      </dgm:t>
    </dgm:pt>
    <dgm:pt modelId="{85F6C234-A817-466C-B667-F1CF0A648FA4}" type="pres">
      <dgm:prSet presAssocID="{376F8D0C-EF54-4800-8EEA-A129F0D0E0C5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</dgm:pt>
    <dgm:pt modelId="{2018C491-1C08-4144-9FF0-2A130F4B7D3C}" type="pres">
      <dgm:prSet presAssocID="{F172647C-7E46-4BFF-B0C6-619DF3F57CB5}" presName="composite" presStyleCnt="0"/>
      <dgm:spPr/>
    </dgm:pt>
    <dgm:pt modelId="{89E51A39-2928-425B-AF43-E26260C60D12}" type="pres">
      <dgm:prSet presAssocID="{F172647C-7E46-4BFF-B0C6-619DF3F57CB5}" presName="BackAccent" presStyleLbl="bgShp" presStyleIdx="0" presStyleCnt="3"/>
      <dgm:spPr/>
    </dgm:pt>
    <dgm:pt modelId="{286E96E7-42D8-4AFB-9556-E4F8558A7574}" type="pres">
      <dgm:prSet presAssocID="{F172647C-7E46-4BFF-B0C6-619DF3F57CB5}" presName="Accent" presStyleLbl="alignNode1" presStyleIdx="0" presStyleCnt="3"/>
      <dgm:spPr/>
    </dgm:pt>
    <dgm:pt modelId="{4D00E2CB-DE38-4FFF-808B-12B73E67A830}" type="pres">
      <dgm:prSet presAssocID="{F172647C-7E46-4BFF-B0C6-619DF3F57CB5}" presName="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D0E42206-B501-4E65-AE18-DA94F2DBA05C}" type="pres">
      <dgm:prSet presAssocID="{F172647C-7E46-4BFF-B0C6-619DF3F57CB5}" presName="Parent" presStyleLbl="revTx" presStyleIdx="1" presStyleCnt="6">
        <dgm:presLayoutVars>
          <dgm:chMax val="1"/>
          <dgm:chPref val="1"/>
          <dgm:bulletEnabled val="1"/>
        </dgm:presLayoutVars>
      </dgm:prSet>
      <dgm:spPr/>
    </dgm:pt>
    <dgm:pt modelId="{C850B7CC-BFBA-40E6-A2DD-8E034B147784}" type="pres">
      <dgm:prSet presAssocID="{6540C5A8-763A-4E82-B10F-0DC1671515F8}" presName="sibTrans" presStyleCnt="0"/>
      <dgm:spPr/>
    </dgm:pt>
    <dgm:pt modelId="{8A775091-04F7-4B6A-8E48-39FBDF8DC14A}" type="pres">
      <dgm:prSet presAssocID="{75CB46C3-324D-4FD6-B36B-CB629D2EA10F}" presName="composite" presStyleCnt="0"/>
      <dgm:spPr/>
    </dgm:pt>
    <dgm:pt modelId="{4FEB7C61-97C8-4B23-8B61-11C937057692}" type="pres">
      <dgm:prSet presAssocID="{75CB46C3-324D-4FD6-B36B-CB629D2EA10F}" presName="BackAccent" presStyleLbl="bgShp" presStyleIdx="1" presStyleCnt="3"/>
      <dgm:spPr/>
    </dgm:pt>
    <dgm:pt modelId="{C2558B8B-1665-4C6B-AE4D-205A0F8461E0}" type="pres">
      <dgm:prSet presAssocID="{75CB46C3-324D-4FD6-B36B-CB629D2EA10F}" presName="Accent" presStyleLbl="alignNode1" presStyleIdx="1" presStyleCnt="3"/>
      <dgm:spPr/>
    </dgm:pt>
    <dgm:pt modelId="{B36BCF05-2316-4918-BC2B-EC5E478E55FF}" type="pres">
      <dgm:prSet presAssocID="{75CB46C3-324D-4FD6-B36B-CB629D2EA10F}" presName="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9D2D49AB-93A1-40E4-A58E-B162AFCBB1BB}" type="pres">
      <dgm:prSet presAssocID="{75CB46C3-324D-4FD6-B36B-CB629D2EA10F}" presName="Parent" presStyleLbl="revTx" presStyleIdx="3" presStyleCnt="6">
        <dgm:presLayoutVars>
          <dgm:chMax val="1"/>
          <dgm:chPref val="1"/>
          <dgm:bulletEnabled val="1"/>
        </dgm:presLayoutVars>
      </dgm:prSet>
      <dgm:spPr/>
    </dgm:pt>
    <dgm:pt modelId="{B644E282-FF83-4B08-AC55-3B403FB82AAA}" type="pres">
      <dgm:prSet presAssocID="{2FF2D0ED-E21F-4E4F-A2BA-77A4F6F005BC}" presName="sibTrans" presStyleCnt="0"/>
      <dgm:spPr/>
    </dgm:pt>
    <dgm:pt modelId="{CB7A3D07-F39A-4E01-9085-AF585744D6B3}" type="pres">
      <dgm:prSet presAssocID="{663C2780-0DD0-4F6A-806D-36021A518175}" presName="composite" presStyleCnt="0"/>
      <dgm:spPr/>
    </dgm:pt>
    <dgm:pt modelId="{22A193A0-6596-44B5-9FA8-13006B227EE9}" type="pres">
      <dgm:prSet presAssocID="{663C2780-0DD0-4F6A-806D-36021A518175}" presName="BackAccent" presStyleLbl="bgShp" presStyleIdx="2" presStyleCnt="3"/>
      <dgm:spPr/>
    </dgm:pt>
    <dgm:pt modelId="{3C68B6D0-2825-4E89-AE40-9E545F959DB5}" type="pres">
      <dgm:prSet presAssocID="{663C2780-0DD0-4F6A-806D-36021A518175}" presName="Accent" presStyleLbl="alignNode1" presStyleIdx="2" presStyleCnt="3"/>
      <dgm:spPr/>
    </dgm:pt>
    <dgm:pt modelId="{2072E4A7-ED0A-4AA4-83CE-B6186434AA5A}" type="pres">
      <dgm:prSet presAssocID="{663C2780-0DD0-4F6A-806D-36021A518175}" presName="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309834D9-481E-4320-B529-524496EE89B8}" type="pres">
      <dgm:prSet presAssocID="{663C2780-0DD0-4F6A-806D-36021A518175}" presName="Parent" presStyleLbl="revTx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C78BF514-4C9C-46DA-BDDA-1619498C7F77}" type="presOf" srcId="{17A99BBF-E9E6-4A32-9A29-CC3FFA5EAC6B}" destId="{2072E4A7-ED0A-4AA4-83CE-B6186434AA5A}" srcOrd="0" destOrd="0" presId="urn:microsoft.com/office/officeart/2008/layout/IncreasingCircleProcess"/>
    <dgm:cxn modelId="{44D65540-7949-4B36-A03D-C2856701B976}" srcId="{F172647C-7E46-4BFF-B0C6-619DF3F57CB5}" destId="{D652F897-E874-4AD9-924B-9FF64F4BBA8E}" srcOrd="0" destOrd="0" parTransId="{DB647786-C08B-483C-8683-4789586642B9}" sibTransId="{A5DE3010-93B5-410E-A493-D60E21DF7BFD}"/>
    <dgm:cxn modelId="{1709A541-6FE6-4C27-A1A1-4DC7891E0447}" srcId="{376F8D0C-EF54-4800-8EEA-A129F0D0E0C5}" destId="{75CB46C3-324D-4FD6-B36B-CB629D2EA10F}" srcOrd="1" destOrd="0" parTransId="{6FE83018-3EB8-4E6C-BF0F-538B21703F7A}" sibTransId="{2FF2D0ED-E21F-4E4F-A2BA-77A4F6F005BC}"/>
    <dgm:cxn modelId="{30911647-F395-417A-82BA-25A6D1950C13}" srcId="{663C2780-0DD0-4F6A-806D-36021A518175}" destId="{17A99BBF-E9E6-4A32-9A29-CC3FFA5EAC6B}" srcOrd="0" destOrd="0" parTransId="{E212B37D-87D8-4D80-9261-81B8722A59C9}" sibTransId="{B0F92595-DA7E-4D7B-9CD8-9BCC18831380}"/>
    <dgm:cxn modelId="{0B25F648-976F-4C8E-8A05-21686E6DEA90}" type="presOf" srcId="{D652F897-E874-4AD9-924B-9FF64F4BBA8E}" destId="{4D00E2CB-DE38-4FFF-808B-12B73E67A830}" srcOrd="0" destOrd="0" presId="urn:microsoft.com/office/officeart/2008/layout/IncreasingCircleProcess"/>
    <dgm:cxn modelId="{60F5746A-0C52-4965-A155-0735CB73D825}" type="presOf" srcId="{376F8D0C-EF54-4800-8EEA-A129F0D0E0C5}" destId="{85F6C234-A817-466C-B667-F1CF0A648FA4}" srcOrd="0" destOrd="0" presId="urn:microsoft.com/office/officeart/2008/layout/IncreasingCircleProcess"/>
    <dgm:cxn modelId="{BBCE184F-E9C0-4949-9DED-CD7F2D542BF8}" srcId="{75CB46C3-324D-4FD6-B36B-CB629D2EA10F}" destId="{BA221736-8DE4-491D-8A2C-B8001C58115C}" srcOrd="0" destOrd="0" parTransId="{2AACA333-4CD1-4E92-BFD2-EE41A57AE4DD}" sibTransId="{8EC44B70-AC73-46AB-9F8D-BA51468C58B4}"/>
    <dgm:cxn modelId="{7607D077-6F4B-4F5A-B9DD-6C70D033D231}" type="presOf" srcId="{663C2780-0DD0-4F6A-806D-36021A518175}" destId="{309834D9-481E-4320-B529-524496EE89B8}" srcOrd="0" destOrd="0" presId="urn:microsoft.com/office/officeart/2008/layout/IncreasingCircleProcess"/>
    <dgm:cxn modelId="{629757A5-E334-4258-8A32-FA7F443EEE54}" srcId="{376F8D0C-EF54-4800-8EEA-A129F0D0E0C5}" destId="{F172647C-7E46-4BFF-B0C6-619DF3F57CB5}" srcOrd="0" destOrd="0" parTransId="{B5BB5B06-CF00-4A87-A413-3088622BB2B4}" sibTransId="{6540C5A8-763A-4E82-B10F-0DC1671515F8}"/>
    <dgm:cxn modelId="{FC174FA9-B8E1-40E2-9D91-04BC68F76A14}" type="presOf" srcId="{75CB46C3-324D-4FD6-B36B-CB629D2EA10F}" destId="{9D2D49AB-93A1-40E4-A58E-B162AFCBB1BB}" srcOrd="0" destOrd="0" presId="urn:microsoft.com/office/officeart/2008/layout/IncreasingCircleProcess"/>
    <dgm:cxn modelId="{55DE52C3-F003-4C26-B8AD-295866439B7C}" type="presOf" srcId="{BA221736-8DE4-491D-8A2C-B8001C58115C}" destId="{B36BCF05-2316-4918-BC2B-EC5E478E55FF}" srcOrd="0" destOrd="0" presId="urn:microsoft.com/office/officeart/2008/layout/IncreasingCircleProcess"/>
    <dgm:cxn modelId="{4BEC1DC5-96BC-4354-B773-99DB35D06E86}" srcId="{376F8D0C-EF54-4800-8EEA-A129F0D0E0C5}" destId="{663C2780-0DD0-4F6A-806D-36021A518175}" srcOrd="2" destOrd="0" parTransId="{F9ED8477-7711-460E-A87C-6B41F90FFA59}" sibTransId="{9D8679A3-5F68-4105-8BAC-550778E01DEE}"/>
    <dgm:cxn modelId="{7223C1D9-280D-45D5-A735-432440D8245B}" type="presOf" srcId="{F172647C-7E46-4BFF-B0C6-619DF3F57CB5}" destId="{D0E42206-B501-4E65-AE18-DA94F2DBA05C}" srcOrd="0" destOrd="0" presId="urn:microsoft.com/office/officeart/2008/layout/IncreasingCircleProcess"/>
    <dgm:cxn modelId="{846FA668-910B-4411-BE85-AE65D2D81BBF}" type="presParOf" srcId="{85F6C234-A817-466C-B667-F1CF0A648FA4}" destId="{2018C491-1C08-4144-9FF0-2A130F4B7D3C}" srcOrd="0" destOrd="0" presId="urn:microsoft.com/office/officeart/2008/layout/IncreasingCircleProcess"/>
    <dgm:cxn modelId="{7F1C12FD-53AB-41DB-85B1-9E2316F7EBF1}" type="presParOf" srcId="{2018C491-1C08-4144-9FF0-2A130F4B7D3C}" destId="{89E51A39-2928-425B-AF43-E26260C60D12}" srcOrd="0" destOrd="0" presId="urn:microsoft.com/office/officeart/2008/layout/IncreasingCircleProcess"/>
    <dgm:cxn modelId="{465789FC-CAF4-4812-A43F-760E4A21E866}" type="presParOf" srcId="{2018C491-1C08-4144-9FF0-2A130F4B7D3C}" destId="{286E96E7-42D8-4AFB-9556-E4F8558A7574}" srcOrd="1" destOrd="0" presId="urn:microsoft.com/office/officeart/2008/layout/IncreasingCircleProcess"/>
    <dgm:cxn modelId="{553E573E-4095-4A44-980F-C09D0CF7F6A7}" type="presParOf" srcId="{2018C491-1C08-4144-9FF0-2A130F4B7D3C}" destId="{4D00E2CB-DE38-4FFF-808B-12B73E67A830}" srcOrd="2" destOrd="0" presId="urn:microsoft.com/office/officeart/2008/layout/IncreasingCircleProcess"/>
    <dgm:cxn modelId="{1DD5B606-6F52-442B-9DD0-0E5881F30055}" type="presParOf" srcId="{2018C491-1C08-4144-9FF0-2A130F4B7D3C}" destId="{D0E42206-B501-4E65-AE18-DA94F2DBA05C}" srcOrd="3" destOrd="0" presId="urn:microsoft.com/office/officeart/2008/layout/IncreasingCircleProcess"/>
    <dgm:cxn modelId="{D3C5D407-69E7-4D5A-A329-1C4E4344428B}" type="presParOf" srcId="{85F6C234-A817-466C-B667-F1CF0A648FA4}" destId="{C850B7CC-BFBA-40E6-A2DD-8E034B147784}" srcOrd="1" destOrd="0" presId="urn:microsoft.com/office/officeart/2008/layout/IncreasingCircleProcess"/>
    <dgm:cxn modelId="{A44676EB-80D9-4633-95D6-42E84932FCDA}" type="presParOf" srcId="{85F6C234-A817-466C-B667-F1CF0A648FA4}" destId="{8A775091-04F7-4B6A-8E48-39FBDF8DC14A}" srcOrd="2" destOrd="0" presId="urn:microsoft.com/office/officeart/2008/layout/IncreasingCircleProcess"/>
    <dgm:cxn modelId="{451C5441-8F76-4903-9C81-2885777A1202}" type="presParOf" srcId="{8A775091-04F7-4B6A-8E48-39FBDF8DC14A}" destId="{4FEB7C61-97C8-4B23-8B61-11C937057692}" srcOrd="0" destOrd="0" presId="urn:microsoft.com/office/officeart/2008/layout/IncreasingCircleProcess"/>
    <dgm:cxn modelId="{E962052E-E25F-4043-BCCC-1CE307C14373}" type="presParOf" srcId="{8A775091-04F7-4B6A-8E48-39FBDF8DC14A}" destId="{C2558B8B-1665-4C6B-AE4D-205A0F8461E0}" srcOrd="1" destOrd="0" presId="urn:microsoft.com/office/officeart/2008/layout/IncreasingCircleProcess"/>
    <dgm:cxn modelId="{191F23F6-CD31-4694-8ECD-CB39B9B5A45A}" type="presParOf" srcId="{8A775091-04F7-4B6A-8E48-39FBDF8DC14A}" destId="{B36BCF05-2316-4918-BC2B-EC5E478E55FF}" srcOrd="2" destOrd="0" presId="urn:microsoft.com/office/officeart/2008/layout/IncreasingCircleProcess"/>
    <dgm:cxn modelId="{E04690A0-2421-431C-BF7C-7AF250C1EE63}" type="presParOf" srcId="{8A775091-04F7-4B6A-8E48-39FBDF8DC14A}" destId="{9D2D49AB-93A1-40E4-A58E-B162AFCBB1BB}" srcOrd="3" destOrd="0" presId="urn:microsoft.com/office/officeart/2008/layout/IncreasingCircleProcess"/>
    <dgm:cxn modelId="{73CBE73F-FEA8-4BE4-B20C-07874BAB8EB5}" type="presParOf" srcId="{85F6C234-A817-466C-B667-F1CF0A648FA4}" destId="{B644E282-FF83-4B08-AC55-3B403FB82AAA}" srcOrd="3" destOrd="0" presId="urn:microsoft.com/office/officeart/2008/layout/IncreasingCircleProcess"/>
    <dgm:cxn modelId="{D1FB68FE-22D9-492B-A1A1-667E5B08FA66}" type="presParOf" srcId="{85F6C234-A817-466C-B667-F1CF0A648FA4}" destId="{CB7A3D07-F39A-4E01-9085-AF585744D6B3}" srcOrd="4" destOrd="0" presId="urn:microsoft.com/office/officeart/2008/layout/IncreasingCircleProcess"/>
    <dgm:cxn modelId="{3F784D67-3A04-4659-84FF-BAAAED8D484E}" type="presParOf" srcId="{CB7A3D07-F39A-4E01-9085-AF585744D6B3}" destId="{22A193A0-6596-44B5-9FA8-13006B227EE9}" srcOrd="0" destOrd="0" presId="urn:microsoft.com/office/officeart/2008/layout/IncreasingCircleProcess"/>
    <dgm:cxn modelId="{BCD287CA-0DE8-4F7C-B3DC-5EF1BD992B1A}" type="presParOf" srcId="{CB7A3D07-F39A-4E01-9085-AF585744D6B3}" destId="{3C68B6D0-2825-4E89-AE40-9E545F959DB5}" srcOrd="1" destOrd="0" presId="urn:microsoft.com/office/officeart/2008/layout/IncreasingCircleProcess"/>
    <dgm:cxn modelId="{70DEC94F-7639-4DD5-B10D-204085712AB5}" type="presParOf" srcId="{CB7A3D07-F39A-4E01-9085-AF585744D6B3}" destId="{2072E4A7-ED0A-4AA4-83CE-B6186434AA5A}" srcOrd="2" destOrd="0" presId="urn:microsoft.com/office/officeart/2008/layout/IncreasingCircleProcess"/>
    <dgm:cxn modelId="{F3EFD0C6-2F25-43C8-939C-6FB48C4B9BF6}" type="presParOf" srcId="{CB7A3D07-F39A-4E01-9085-AF585744D6B3}" destId="{309834D9-481E-4320-B529-524496EE89B8}" srcOrd="3" destOrd="0" presId="urn:microsoft.com/office/officeart/2008/layout/Increasing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BD5BEC4-A7FF-4668-AA2A-E81A8369F22C}" type="doc">
      <dgm:prSet loTypeId="urn:microsoft.com/office/officeart/2005/8/layout/vList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82CC662-A73F-406C-8D6F-3ABFFA61341B}">
      <dgm:prSet phldrT="[Text]"/>
      <dgm:spPr/>
      <dgm:t>
        <a:bodyPr/>
        <a:lstStyle/>
        <a:p>
          <a:r>
            <a:rPr lang="en-US"/>
            <a:t>Collect</a:t>
          </a:r>
        </a:p>
      </dgm:t>
    </dgm:pt>
    <dgm:pt modelId="{7BBE3A08-5EB3-4BC7-91E5-17D541B3D6C3}" type="parTrans" cxnId="{A6D91F41-1FB7-41BD-A537-86A006E42B1B}">
      <dgm:prSet/>
      <dgm:spPr/>
      <dgm:t>
        <a:bodyPr/>
        <a:lstStyle/>
        <a:p>
          <a:endParaRPr lang="en-US"/>
        </a:p>
      </dgm:t>
    </dgm:pt>
    <dgm:pt modelId="{5E774D4E-B58E-4FDD-9363-03AF34C82C45}" type="sibTrans" cxnId="{A6D91F41-1FB7-41BD-A537-86A006E42B1B}">
      <dgm:prSet/>
      <dgm:spPr/>
      <dgm:t>
        <a:bodyPr/>
        <a:lstStyle/>
        <a:p>
          <a:endParaRPr lang="en-US"/>
        </a:p>
      </dgm:t>
    </dgm:pt>
    <dgm:pt modelId="{F0F88892-5C4B-4664-8B3A-2C2ED3180AD0}">
      <dgm:prSet phldrT="[Text]"/>
      <dgm:spPr/>
      <dgm:t>
        <a:bodyPr/>
        <a:lstStyle/>
        <a:p>
          <a:r>
            <a:rPr lang="en-US"/>
            <a:t>Shape</a:t>
          </a:r>
        </a:p>
      </dgm:t>
    </dgm:pt>
    <dgm:pt modelId="{36E37ABC-EF42-48A8-A12F-5BFB1336DC12}" type="parTrans" cxnId="{34069566-A9C8-4E2D-83B3-93CFDC744F7A}">
      <dgm:prSet/>
      <dgm:spPr/>
      <dgm:t>
        <a:bodyPr/>
        <a:lstStyle/>
        <a:p>
          <a:endParaRPr lang="en-US"/>
        </a:p>
      </dgm:t>
    </dgm:pt>
    <dgm:pt modelId="{4BAA8D57-B18B-41F6-8C96-ADB79091837F}" type="sibTrans" cxnId="{34069566-A9C8-4E2D-83B3-93CFDC744F7A}">
      <dgm:prSet/>
      <dgm:spPr/>
      <dgm:t>
        <a:bodyPr/>
        <a:lstStyle/>
        <a:p>
          <a:endParaRPr lang="en-US"/>
        </a:p>
      </dgm:t>
    </dgm:pt>
    <dgm:pt modelId="{32D0AB1C-BC5F-4B00-8BB1-CE071E46F4E1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DEFBFC93-6CE6-46BA-9631-F37E03B96E9A}" type="parTrans" cxnId="{9C02721E-38FA-4C83-9B58-D0F23115607A}">
      <dgm:prSet/>
      <dgm:spPr/>
      <dgm:t>
        <a:bodyPr/>
        <a:lstStyle/>
        <a:p>
          <a:endParaRPr lang="en-US"/>
        </a:p>
      </dgm:t>
    </dgm:pt>
    <dgm:pt modelId="{B9B3A9C0-C95A-49F4-90B1-FD0A27E53BBD}" type="sibTrans" cxnId="{9C02721E-38FA-4C83-9B58-D0F23115607A}">
      <dgm:prSet/>
      <dgm:spPr/>
      <dgm:t>
        <a:bodyPr/>
        <a:lstStyle/>
        <a:p>
          <a:endParaRPr lang="en-US"/>
        </a:p>
      </dgm:t>
    </dgm:pt>
    <dgm:pt modelId="{7DF15EF0-C08C-4CCC-85A1-88E7B9BF424E}">
      <dgm:prSet phldrT="[Text]"/>
      <dgm:spPr/>
      <dgm:t>
        <a:bodyPr/>
        <a:lstStyle/>
        <a:p>
          <a:r>
            <a:rPr lang="en-US"/>
            <a:t>Share</a:t>
          </a:r>
        </a:p>
      </dgm:t>
    </dgm:pt>
    <dgm:pt modelId="{0362A6D4-D51F-4183-8A96-BEBB189F082B}" type="parTrans" cxnId="{FA9DEA63-B30B-4402-BCBD-CB03A029457D}">
      <dgm:prSet/>
      <dgm:spPr/>
      <dgm:t>
        <a:bodyPr/>
        <a:lstStyle/>
        <a:p>
          <a:endParaRPr lang="en-US"/>
        </a:p>
      </dgm:t>
    </dgm:pt>
    <dgm:pt modelId="{F35A57A5-9AD4-46EE-A882-4138688759D8}" type="sibTrans" cxnId="{FA9DEA63-B30B-4402-BCBD-CB03A029457D}">
      <dgm:prSet/>
      <dgm:spPr/>
      <dgm:t>
        <a:bodyPr/>
        <a:lstStyle/>
        <a:p>
          <a:endParaRPr lang="en-US"/>
        </a:p>
      </dgm:t>
    </dgm:pt>
    <dgm:pt modelId="{9CC8685D-63A1-461D-9D16-379DC073DB49}">
      <dgm:prSet phldrT="[Text]" phldr="1"/>
      <dgm:spPr/>
      <dgm:t>
        <a:bodyPr/>
        <a:lstStyle/>
        <a:p>
          <a:endParaRPr lang="en-US"/>
        </a:p>
      </dgm:t>
    </dgm:pt>
    <dgm:pt modelId="{3B328525-8674-47D3-B514-25BC2C604285}" type="parTrans" cxnId="{F725478F-2B27-41C9-8629-45ED2FAC4335}">
      <dgm:prSet/>
      <dgm:spPr/>
      <dgm:t>
        <a:bodyPr/>
        <a:lstStyle/>
        <a:p>
          <a:endParaRPr lang="en-US"/>
        </a:p>
      </dgm:t>
    </dgm:pt>
    <dgm:pt modelId="{FB6695E2-BEA1-41AE-A4B1-0E58274CE6D3}" type="sibTrans" cxnId="{F725478F-2B27-41C9-8629-45ED2FAC4335}">
      <dgm:prSet/>
      <dgm:spPr/>
      <dgm:t>
        <a:bodyPr/>
        <a:lstStyle/>
        <a:p>
          <a:endParaRPr lang="en-US"/>
        </a:p>
      </dgm:t>
    </dgm:pt>
    <dgm:pt modelId="{B6421E3D-CCE9-40D7-8145-03CC87D79AE2}">
      <dgm:prSet phldrT="[Text]" phldr="1"/>
      <dgm:spPr/>
      <dgm:t>
        <a:bodyPr/>
        <a:lstStyle/>
        <a:p>
          <a:endParaRPr lang="en-US"/>
        </a:p>
      </dgm:t>
    </dgm:pt>
    <dgm:pt modelId="{03C4C9B2-9D0E-46ED-92EC-0AE4410262B7}" type="parTrans" cxnId="{2FC26FD9-4E25-4520-94A2-E024946C5FEE}">
      <dgm:prSet/>
      <dgm:spPr/>
      <dgm:t>
        <a:bodyPr/>
        <a:lstStyle/>
        <a:p>
          <a:endParaRPr lang="en-US"/>
        </a:p>
      </dgm:t>
    </dgm:pt>
    <dgm:pt modelId="{B8433B3A-719C-4924-A710-4CD9AC60E1FB}" type="sibTrans" cxnId="{2FC26FD9-4E25-4520-94A2-E024946C5FEE}">
      <dgm:prSet/>
      <dgm:spPr/>
      <dgm:t>
        <a:bodyPr/>
        <a:lstStyle/>
        <a:p>
          <a:endParaRPr lang="en-US"/>
        </a:p>
      </dgm:t>
    </dgm:pt>
    <dgm:pt modelId="{21D7D24E-97A4-4EB1-B04C-961C46E0A700}" type="pres">
      <dgm:prSet presAssocID="{4BD5BEC4-A7FF-4668-AA2A-E81A8369F22C}" presName="Name0" presStyleCnt="0">
        <dgm:presLayoutVars>
          <dgm:dir/>
          <dgm:animLvl val="lvl"/>
          <dgm:resizeHandles/>
        </dgm:presLayoutVars>
      </dgm:prSet>
      <dgm:spPr/>
    </dgm:pt>
    <dgm:pt modelId="{B58ABAD8-719A-4A7A-91FC-014FFAD3317C}" type="pres">
      <dgm:prSet presAssocID="{F82CC662-A73F-406C-8D6F-3ABFFA61341B}" presName="linNode" presStyleCnt="0"/>
      <dgm:spPr/>
    </dgm:pt>
    <dgm:pt modelId="{478C0693-2AEB-4AD3-896E-1A2C75774A28}" type="pres">
      <dgm:prSet presAssocID="{F82CC662-A73F-406C-8D6F-3ABFFA61341B}" presName="parentShp" presStyleLbl="node1" presStyleIdx="0" presStyleCnt="2">
        <dgm:presLayoutVars>
          <dgm:bulletEnabled val="1"/>
        </dgm:presLayoutVars>
      </dgm:prSet>
      <dgm:spPr/>
    </dgm:pt>
    <dgm:pt modelId="{E8BF803A-D9F8-45C5-8938-D47A0F9D602D}" type="pres">
      <dgm:prSet presAssocID="{F82CC662-A73F-406C-8D6F-3ABFFA61341B}" presName="childShp" presStyleLbl="bgAccFollowNode1" presStyleIdx="0" presStyleCnt="2">
        <dgm:presLayoutVars>
          <dgm:bulletEnabled val="1"/>
        </dgm:presLayoutVars>
      </dgm:prSet>
      <dgm:spPr/>
    </dgm:pt>
    <dgm:pt modelId="{0F80AD07-65C3-4A14-A0A9-DD9BFE89410A}" type="pres">
      <dgm:prSet presAssocID="{5E774D4E-B58E-4FDD-9363-03AF34C82C45}" presName="spacing" presStyleCnt="0"/>
      <dgm:spPr/>
    </dgm:pt>
    <dgm:pt modelId="{6141C1E5-091C-4DA1-A8FC-8BD8D743C9EB}" type="pres">
      <dgm:prSet presAssocID="{7DF15EF0-C08C-4CCC-85A1-88E7B9BF424E}" presName="linNode" presStyleCnt="0"/>
      <dgm:spPr/>
    </dgm:pt>
    <dgm:pt modelId="{21DA9DA7-9A5B-474E-8F8C-3C880F6B3B54}" type="pres">
      <dgm:prSet presAssocID="{7DF15EF0-C08C-4CCC-85A1-88E7B9BF424E}" presName="parentShp" presStyleLbl="node1" presStyleIdx="1" presStyleCnt="2">
        <dgm:presLayoutVars>
          <dgm:bulletEnabled val="1"/>
        </dgm:presLayoutVars>
      </dgm:prSet>
      <dgm:spPr/>
    </dgm:pt>
    <dgm:pt modelId="{DA36C540-4319-463A-8049-7D01C88B694D}" type="pres">
      <dgm:prSet presAssocID="{7DF15EF0-C08C-4CCC-85A1-88E7B9BF424E}" presName="childShp" presStyleLbl="bgAccFollowNode1" presStyleIdx="1" presStyleCnt="2">
        <dgm:presLayoutVars>
          <dgm:bulletEnabled val="1"/>
        </dgm:presLayoutVars>
      </dgm:prSet>
      <dgm:spPr/>
    </dgm:pt>
  </dgm:ptLst>
  <dgm:cxnLst>
    <dgm:cxn modelId="{F902D213-8971-4D4A-93DF-4B7DAF3A4780}" type="presOf" srcId="{9CC8685D-63A1-461D-9D16-379DC073DB49}" destId="{DA36C540-4319-463A-8049-7D01C88B694D}" srcOrd="0" destOrd="0" presId="urn:microsoft.com/office/officeart/2005/8/layout/vList6"/>
    <dgm:cxn modelId="{3C44661E-4B70-4CC8-9D03-643E5D8B43FE}" type="presOf" srcId="{7DF15EF0-C08C-4CCC-85A1-88E7B9BF424E}" destId="{21DA9DA7-9A5B-474E-8F8C-3C880F6B3B54}" srcOrd="0" destOrd="0" presId="urn:microsoft.com/office/officeart/2005/8/layout/vList6"/>
    <dgm:cxn modelId="{9C02721E-38FA-4C83-9B58-D0F23115607A}" srcId="{F82CC662-A73F-406C-8D6F-3ABFFA61341B}" destId="{32D0AB1C-BC5F-4B00-8BB1-CE071E46F4E1}" srcOrd="1" destOrd="0" parTransId="{DEFBFC93-6CE6-46BA-9631-F37E03B96E9A}" sibTransId="{B9B3A9C0-C95A-49F4-90B1-FD0A27E53BBD}"/>
    <dgm:cxn modelId="{2FAE6960-1828-4899-B48C-B0C17BB4629B}" type="presOf" srcId="{B6421E3D-CCE9-40D7-8145-03CC87D79AE2}" destId="{DA36C540-4319-463A-8049-7D01C88B694D}" srcOrd="0" destOrd="1" presId="urn:microsoft.com/office/officeart/2005/8/layout/vList6"/>
    <dgm:cxn modelId="{A6D91F41-1FB7-41BD-A537-86A006E42B1B}" srcId="{4BD5BEC4-A7FF-4668-AA2A-E81A8369F22C}" destId="{F82CC662-A73F-406C-8D6F-3ABFFA61341B}" srcOrd="0" destOrd="0" parTransId="{7BBE3A08-5EB3-4BC7-91E5-17D541B3D6C3}" sibTransId="{5E774D4E-B58E-4FDD-9363-03AF34C82C45}"/>
    <dgm:cxn modelId="{95579061-025B-4705-B0B3-0878295F7D30}" type="presOf" srcId="{F0F88892-5C4B-4664-8B3A-2C2ED3180AD0}" destId="{E8BF803A-D9F8-45C5-8938-D47A0F9D602D}" srcOrd="0" destOrd="0" presId="urn:microsoft.com/office/officeart/2005/8/layout/vList6"/>
    <dgm:cxn modelId="{FA9DEA63-B30B-4402-BCBD-CB03A029457D}" srcId="{4BD5BEC4-A7FF-4668-AA2A-E81A8369F22C}" destId="{7DF15EF0-C08C-4CCC-85A1-88E7B9BF424E}" srcOrd="1" destOrd="0" parTransId="{0362A6D4-D51F-4183-8A96-BEBB189F082B}" sibTransId="{F35A57A5-9AD4-46EE-A882-4138688759D8}"/>
    <dgm:cxn modelId="{34069566-A9C8-4E2D-83B3-93CFDC744F7A}" srcId="{F82CC662-A73F-406C-8D6F-3ABFFA61341B}" destId="{F0F88892-5C4B-4664-8B3A-2C2ED3180AD0}" srcOrd="0" destOrd="0" parTransId="{36E37ABC-EF42-48A8-A12F-5BFB1336DC12}" sibTransId="{4BAA8D57-B18B-41F6-8C96-ADB79091837F}"/>
    <dgm:cxn modelId="{9630E34F-39A4-415D-B445-7AC6F68A7A81}" type="presOf" srcId="{F82CC662-A73F-406C-8D6F-3ABFFA61341B}" destId="{478C0693-2AEB-4AD3-896E-1A2C75774A28}" srcOrd="0" destOrd="0" presId="urn:microsoft.com/office/officeart/2005/8/layout/vList6"/>
    <dgm:cxn modelId="{F78C1F74-578F-4D07-8CAA-E9846E97E03D}" type="presOf" srcId="{32D0AB1C-BC5F-4B00-8BB1-CE071E46F4E1}" destId="{E8BF803A-D9F8-45C5-8938-D47A0F9D602D}" srcOrd="0" destOrd="1" presId="urn:microsoft.com/office/officeart/2005/8/layout/vList6"/>
    <dgm:cxn modelId="{F725478F-2B27-41C9-8629-45ED2FAC4335}" srcId="{7DF15EF0-C08C-4CCC-85A1-88E7B9BF424E}" destId="{9CC8685D-63A1-461D-9D16-379DC073DB49}" srcOrd="0" destOrd="0" parTransId="{3B328525-8674-47D3-B514-25BC2C604285}" sibTransId="{FB6695E2-BEA1-41AE-A4B1-0E58274CE6D3}"/>
    <dgm:cxn modelId="{2FC26FD9-4E25-4520-94A2-E024946C5FEE}" srcId="{7DF15EF0-C08C-4CCC-85A1-88E7B9BF424E}" destId="{B6421E3D-CCE9-40D7-8145-03CC87D79AE2}" srcOrd="1" destOrd="0" parTransId="{03C4C9B2-9D0E-46ED-92EC-0AE4410262B7}" sibTransId="{B8433B3A-719C-4924-A710-4CD9AC60E1FB}"/>
    <dgm:cxn modelId="{6DA2F1DD-D708-4BBF-85CC-D4D935DA23FF}" type="presOf" srcId="{4BD5BEC4-A7FF-4668-AA2A-E81A8369F22C}" destId="{21D7D24E-97A4-4EB1-B04C-961C46E0A700}" srcOrd="0" destOrd="0" presId="urn:microsoft.com/office/officeart/2005/8/layout/vList6"/>
    <dgm:cxn modelId="{0980FD4A-6013-4102-8A81-C5D9A4280D29}" type="presParOf" srcId="{21D7D24E-97A4-4EB1-B04C-961C46E0A700}" destId="{B58ABAD8-719A-4A7A-91FC-014FFAD3317C}" srcOrd="0" destOrd="0" presId="urn:microsoft.com/office/officeart/2005/8/layout/vList6"/>
    <dgm:cxn modelId="{6B973A72-F9EE-4049-8E09-F65ABCDA14F6}" type="presParOf" srcId="{B58ABAD8-719A-4A7A-91FC-014FFAD3317C}" destId="{478C0693-2AEB-4AD3-896E-1A2C75774A28}" srcOrd="0" destOrd="0" presId="urn:microsoft.com/office/officeart/2005/8/layout/vList6"/>
    <dgm:cxn modelId="{D05FD816-A699-4737-B6E9-D5037C0929EB}" type="presParOf" srcId="{B58ABAD8-719A-4A7A-91FC-014FFAD3317C}" destId="{E8BF803A-D9F8-45C5-8938-D47A0F9D602D}" srcOrd="1" destOrd="0" presId="urn:microsoft.com/office/officeart/2005/8/layout/vList6"/>
    <dgm:cxn modelId="{832BA15E-D362-4DB2-9A03-8FB64B925C22}" type="presParOf" srcId="{21D7D24E-97A4-4EB1-B04C-961C46E0A700}" destId="{0F80AD07-65C3-4A14-A0A9-DD9BFE89410A}" srcOrd="1" destOrd="0" presId="urn:microsoft.com/office/officeart/2005/8/layout/vList6"/>
    <dgm:cxn modelId="{27857B31-860A-4CFE-AF3C-B1C71956EC1F}" type="presParOf" srcId="{21D7D24E-97A4-4EB1-B04C-961C46E0A700}" destId="{6141C1E5-091C-4DA1-A8FC-8BD8D743C9EB}" srcOrd="2" destOrd="0" presId="urn:microsoft.com/office/officeart/2005/8/layout/vList6"/>
    <dgm:cxn modelId="{632F06D4-6A00-48BF-BA5B-812EA212844A}" type="presParOf" srcId="{6141C1E5-091C-4DA1-A8FC-8BD8D743C9EB}" destId="{21DA9DA7-9A5B-474E-8F8C-3C880F6B3B54}" srcOrd="0" destOrd="0" presId="urn:microsoft.com/office/officeart/2005/8/layout/vList6"/>
    <dgm:cxn modelId="{96258158-068E-4C7C-AC46-945E8003E56D}" type="presParOf" srcId="{6141C1E5-091C-4DA1-A8FC-8BD8D743C9EB}" destId="{DA36C540-4319-463A-8049-7D01C88B694D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63CCF7-29ED-4A86-86D2-B639C6C08237}">
      <dsp:nvSpPr>
        <dsp:cNvPr id="0" name=""/>
        <dsp:cNvSpPr/>
      </dsp:nvSpPr>
      <dsp:spPr>
        <a:xfrm>
          <a:off x="2718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1C8AD8-ED0A-4AEB-95BF-779555B8E3B3}">
      <dsp:nvSpPr>
        <dsp:cNvPr id="0" name=""/>
        <dsp:cNvSpPr/>
      </dsp:nvSpPr>
      <dsp:spPr>
        <a:xfrm>
          <a:off x="87233" y="84515"/>
          <a:ext cx="676122" cy="676122"/>
        </a:xfrm>
        <a:prstGeom prst="chord">
          <a:avLst>
            <a:gd name="adj1" fmla="val 1168272"/>
            <a:gd name="adj2" fmla="val 96317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8006D8-83A9-47CE-991F-38C4FA6049C4}">
      <dsp:nvSpPr>
        <dsp:cNvPr id="0" name=""/>
        <dsp:cNvSpPr/>
      </dsp:nvSpPr>
      <dsp:spPr>
        <a:xfrm>
          <a:off x="1023945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Design</a:t>
          </a:r>
        </a:p>
      </dsp:txBody>
      <dsp:txXfrm>
        <a:off x="1023945" y="845153"/>
        <a:ext cx="2500245" cy="3556686"/>
      </dsp:txXfrm>
    </dsp:sp>
    <dsp:sp modelId="{7B06A82D-EBEB-49EB-944C-2F27EECE9191}">
      <dsp:nvSpPr>
        <dsp:cNvPr id="0" name=""/>
        <dsp:cNvSpPr/>
      </dsp:nvSpPr>
      <dsp:spPr>
        <a:xfrm>
          <a:off x="1023945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Plan</a:t>
          </a:r>
        </a:p>
      </dsp:txBody>
      <dsp:txXfrm>
        <a:off x="1023945" y="0"/>
        <a:ext cx="2500245" cy="845153"/>
      </dsp:txXfrm>
    </dsp:sp>
    <dsp:sp modelId="{64DAE972-6213-483F-B470-EBC920992BD9}">
      <dsp:nvSpPr>
        <dsp:cNvPr id="0" name=""/>
        <dsp:cNvSpPr/>
      </dsp:nvSpPr>
      <dsp:spPr>
        <a:xfrm>
          <a:off x="3700264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7877B5-8B10-4809-A8B0-79098774BBE3}">
      <dsp:nvSpPr>
        <dsp:cNvPr id="0" name=""/>
        <dsp:cNvSpPr/>
      </dsp:nvSpPr>
      <dsp:spPr>
        <a:xfrm>
          <a:off x="3784779" y="84515"/>
          <a:ext cx="676122" cy="676122"/>
        </a:xfrm>
        <a:prstGeom prst="chord">
          <a:avLst>
            <a:gd name="adj1" fmla="val 20431728"/>
            <a:gd name="adj2" fmla="val 11968272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41892D-F4D2-4D68-9EA7-431933900459}">
      <dsp:nvSpPr>
        <dsp:cNvPr id="0" name=""/>
        <dsp:cNvSpPr/>
      </dsp:nvSpPr>
      <dsp:spPr>
        <a:xfrm>
          <a:off x="4721490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Test</a:t>
          </a:r>
        </a:p>
      </dsp:txBody>
      <dsp:txXfrm>
        <a:off x="4721490" y="845153"/>
        <a:ext cx="2500245" cy="3556686"/>
      </dsp:txXfrm>
    </dsp:sp>
    <dsp:sp modelId="{F2D89182-AFC7-4CBB-B672-57C63977DF4A}">
      <dsp:nvSpPr>
        <dsp:cNvPr id="0" name=""/>
        <dsp:cNvSpPr/>
      </dsp:nvSpPr>
      <dsp:spPr>
        <a:xfrm>
          <a:off x="4721490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Build</a:t>
          </a:r>
        </a:p>
      </dsp:txBody>
      <dsp:txXfrm>
        <a:off x="4721490" y="0"/>
        <a:ext cx="2500245" cy="845153"/>
      </dsp:txXfrm>
    </dsp:sp>
    <dsp:sp modelId="{F1203743-D0A2-45D1-9838-550C2531BD86}">
      <dsp:nvSpPr>
        <dsp:cNvPr id="0" name=""/>
        <dsp:cNvSpPr/>
      </dsp:nvSpPr>
      <dsp:spPr>
        <a:xfrm>
          <a:off x="7397809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C09D1E-99C0-49F7-8B3F-D0396FB93538}">
      <dsp:nvSpPr>
        <dsp:cNvPr id="0" name=""/>
        <dsp:cNvSpPr/>
      </dsp:nvSpPr>
      <dsp:spPr>
        <a:xfrm>
          <a:off x="7482324" y="84515"/>
          <a:ext cx="676122" cy="676122"/>
        </a:xfrm>
        <a:prstGeom prst="chord">
          <a:avLst>
            <a:gd name="adj1" fmla="val 162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0CF129-BF7E-4D64-8A67-E1BFB6C400B6}">
      <dsp:nvSpPr>
        <dsp:cNvPr id="0" name=""/>
        <dsp:cNvSpPr/>
      </dsp:nvSpPr>
      <dsp:spPr>
        <a:xfrm>
          <a:off x="8419036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/>
        </a:p>
      </dsp:txBody>
      <dsp:txXfrm>
        <a:off x="8419036" y="845153"/>
        <a:ext cx="2500245" cy="3556686"/>
      </dsp:txXfrm>
    </dsp:sp>
    <dsp:sp modelId="{A3C8FF03-5252-4971-B707-F3C811787A9C}">
      <dsp:nvSpPr>
        <dsp:cNvPr id="0" name=""/>
        <dsp:cNvSpPr/>
      </dsp:nvSpPr>
      <dsp:spPr>
        <a:xfrm>
          <a:off x="8419036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Deploy</a:t>
          </a:r>
        </a:p>
      </dsp:txBody>
      <dsp:txXfrm>
        <a:off x="8419036" y="0"/>
        <a:ext cx="2500245" cy="8451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CBEC86-3589-442F-8EA3-E06DD7344D8C}">
      <dsp:nvSpPr>
        <dsp:cNvPr id="0" name=""/>
        <dsp:cNvSpPr/>
      </dsp:nvSpPr>
      <dsp:spPr>
        <a:xfrm>
          <a:off x="2359189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CEO</a:t>
          </a:r>
        </a:p>
      </dsp:txBody>
      <dsp:txXfrm>
        <a:off x="2399566" y="40857"/>
        <a:ext cx="2676411" cy="1297828"/>
      </dsp:txXfrm>
    </dsp:sp>
    <dsp:sp modelId="{6F172F63-C406-43F7-BCCC-CDE5B920A3BB}">
      <dsp:nvSpPr>
        <dsp:cNvPr id="0" name=""/>
        <dsp:cNvSpPr/>
      </dsp:nvSpPr>
      <dsp:spPr>
        <a:xfrm>
          <a:off x="2634905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075ED2-E5C7-47E0-AA45-6746E281AC61}">
      <dsp:nvSpPr>
        <dsp:cNvPr id="0" name=""/>
        <dsp:cNvSpPr/>
      </dsp:nvSpPr>
      <dsp:spPr>
        <a:xfrm>
          <a:off x="2910622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Sales</a:t>
          </a:r>
        </a:p>
      </dsp:txBody>
      <dsp:txXfrm>
        <a:off x="2950999" y="1764085"/>
        <a:ext cx="2124978" cy="1297828"/>
      </dsp:txXfrm>
    </dsp:sp>
    <dsp:sp modelId="{F78C5E2E-D8CC-4C84-AF91-71BBA83A647A}">
      <dsp:nvSpPr>
        <dsp:cNvPr id="0" name=""/>
        <dsp:cNvSpPr/>
      </dsp:nvSpPr>
      <dsp:spPr>
        <a:xfrm>
          <a:off x="2634905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11C4B9-9C0E-487F-8C6D-469154ADA27F}">
      <dsp:nvSpPr>
        <dsp:cNvPr id="0" name=""/>
        <dsp:cNvSpPr/>
      </dsp:nvSpPr>
      <dsp:spPr>
        <a:xfrm>
          <a:off x="2910622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Engineering</a:t>
          </a:r>
        </a:p>
      </dsp:txBody>
      <dsp:txXfrm>
        <a:off x="2950999" y="3487313"/>
        <a:ext cx="2124978" cy="1297828"/>
      </dsp:txXfrm>
    </dsp:sp>
    <dsp:sp modelId="{BA7D36B9-FBC4-4C08-A95D-F49D77EC4C8F}">
      <dsp:nvSpPr>
        <dsp:cNvPr id="0" name=""/>
        <dsp:cNvSpPr/>
      </dsp:nvSpPr>
      <dsp:spPr>
        <a:xfrm>
          <a:off x="5805645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VP Marketing</a:t>
          </a:r>
        </a:p>
      </dsp:txBody>
      <dsp:txXfrm>
        <a:off x="5846022" y="40857"/>
        <a:ext cx="2676411" cy="1297828"/>
      </dsp:txXfrm>
    </dsp:sp>
    <dsp:sp modelId="{C9B96A99-F601-4ED7-B450-906B3C4A69DA}">
      <dsp:nvSpPr>
        <dsp:cNvPr id="0" name=""/>
        <dsp:cNvSpPr/>
      </dsp:nvSpPr>
      <dsp:spPr>
        <a:xfrm>
          <a:off x="6081362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E4623B-73A0-4CFC-8FB4-7777E45C25D1}">
      <dsp:nvSpPr>
        <dsp:cNvPr id="0" name=""/>
        <dsp:cNvSpPr/>
      </dsp:nvSpPr>
      <dsp:spPr>
        <a:xfrm>
          <a:off x="6357078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1764085"/>
        <a:ext cx="2124978" cy="1297828"/>
      </dsp:txXfrm>
    </dsp:sp>
    <dsp:sp modelId="{978E3D45-AF5C-4E49-82F1-EBFB1A6E1B00}">
      <dsp:nvSpPr>
        <dsp:cNvPr id="0" name=""/>
        <dsp:cNvSpPr/>
      </dsp:nvSpPr>
      <dsp:spPr>
        <a:xfrm>
          <a:off x="6081362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E9474C-970F-4886-B684-458D695B5C35}">
      <dsp:nvSpPr>
        <dsp:cNvPr id="0" name=""/>
        <dsp:cNvSpPr/>
      </dsp:nvSpPr>
      <dsp:spPr>
        <a:xfrm>
          <a:off x="6357078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3487313"/>
        <a:ext cx="2124978" cy="12978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C00325-B127-45E0-80DC-DCC76657FA2B}">
      <dsp:nvSpPr>
        <dsp:cNvPr id="0" name=""/>
        <dsp:cNvSpPr/>
      </dsp:nvSpPr>
      <dsp:spPr>
        <a:xfrm>
          <a:off x="2359189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CEO</a:t>
          </a:r>
        </a:p>
      </dsp:txBody>
      <dsp:txXfrm>
        <a:off x="2399566" y="40857"/>
        <a:ext cx="2676411" cy="1297828"/>
      </dsp:txXfrm>
    </dsp:sp>
    <dsp:sp modelId="{7D0FB997-0A35-4CF3-9D34-37D18F18AD3E}">
      <dsp:nvSpPr>
        <dsp:cNvPr id="0" name=""/>
        <dsp:cNvSpPr/>
      </dsp:nvSpPr>
      <dsp:spPr>
        <a:xfrm>
          <a:off x="2634905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F7DC48-A23D-4E36-A629-67B726BED17C}">
      <dsp:nvSpPr>
        <dsp:cNvPr id="0" name=""/>
        <dsp:cNvSpPr/>
      </dsp:nvSpPr>
      <dsp:spPr>
        <a:xfrm>
          <a:off x="2910622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Sales</a:t>
          </a:r>
        </a:p>
      </dsp:txBody>
      <dsp:txXfrm>
        <a:off x="2950999" y="1764085"/>
        <a:ext cx="2124978" cy="1297828"/>
      </dsp:txXfrm>
    </dsp:sp>
    <dsp:sp modelId="{B3E36C50-CF11-4C6C-8CD0-F0036EE22B8D}">
      <dsp:nvSpPr>
        <dsp:cNvPr id="0" name=""/>
        <dsp:cNvSpPr/>
      </dsp:nvSpPr>
      <dsp:spPr>
        <a:xfrm>
          <a:off x="2634905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306855-E9C6-42DF-A8FA-A8C844315823}">
      <dsp:nvSpPr>
        <dsp:cNvPr id="0" name=""/>
        <dsp:cNvSpPr/>
      </dsp:nvSpPr>
      <dsp:spPr>
        <a:xfrm>
          <a:off x="2910622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Engineering</a:t>
          </a:r>
        </a:p>
      </dsp:txBody>
      <dsp:txXfrm>
        <a:off x="2950999" y="3487313"/>
        <a:ext cx="2124978" cy="1297828"/>
      </dsp:txXfrm>
    </dsp:sp>
    <dsp:sp modelId="{75BE1C34-678C-4547-8E2D-F0C3515D1E38}">
      <dsp:nvSpPr>
        <dsp:cNvPr id="0" name=""/>
        <dsp:cNvSpPr/>
      </dsp:nvSpPr>
      <dsp:spPr>
        <a:xfrm>
          <a:off x="5805645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VP Marketing</a:t>
          </a:r>
        </a:p>
      </dsp:txBody>
      <dsp:txXfrm>
        <a:off x="5846022" y="40857"/>
        <a:ext cx="2676411" cy="1297828"/>
      </dsp:txXfrm>
    </dsp:sp>
    <dsp:sp modelId="{7A6FC709-2E1B-47F2-831E-48937B3A05A2}">
      <dsp:nvSpPr>
        <dsp:cNvPr id="0" name=""/>
        <dsp:cNvSpPr/>
      </dsp:nvSpPr>
      <dsp:spPr>
        <a:xfrm>
          <a:off x="6081362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F6C127-3D82-49B2-A6A1-4E5F04F3ED33}">
      <dsp:nvSpPr>
        <dsp:cNvPr id="0" name=""/>
        <dsp:cNvSpPr/>
      </dsp:nvSpPr>
      <dsp:spPr>
        <a:xfrm>
          <a:off x="6357078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1764085"/>
        <a:ext cx="2124978" cy="1297828"/>
      </dsp:txXfrm>
    </dsp:sp>
    <dsp:sp modelId="{45239643-9478-4C8E-8A0A-DC21912CDA52}">
      <dsp:nvSpPr>
        <dsp:cNvPr id="0" name=""/>
        <dsp:cNvSpPr/>
      </dsp:nvSpPr>
      <dsp:spPr>
        <a:xfrm>
          <a:off x="6081362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466D17-FF85-49BB-B7F3-B16627CDBEA2}">
      <dsp:nvSpPr>
        <dsp:cNvPr id="0" name=""/>
        <dsp:cNvSpPr/>
      </dsp:nvSpPr>
      <dsp:spPr>
        <a:xfrm>
          <a:off x="6357078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3487313"/>
        <a:ext cx="2124978" cy="129782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4A2DB3-EEB8-42CF-AF5F-C2D967CEF8F5}">
      <dsp:nvSpPr>
        <dsp:cNvPr id="0" name=""/>
        <dsp:cNvSpPr/>
      </dsp:nvSpPr>
      <dsp:spPr>
        <a:xfrm>
          <a:off x="4733044" y="307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Idea</a:t>
          </a:r>
        </a:p>
      </dsp:txBody>
      <dsp:txXfrm>
        <a:off x="4946257" y="213520"/>
        <a:ext cx="1029485" cy="1029485"/>
      </dsp:txXfrm>
    </dsp:sp>
    <dsp:sp modelId="{909A9303-E841-4D03-92F2-2F8CDCE168AF}">
      <dsp:nvSpPr>
        <dsp:cNvPr id="0" name=""/>
        <dsp:cNvSpPr/>
      </dsp:nvSpPr>
      <dsp:spPr>
        <a:xfrm rot="2160000">
          <a:off x="6143382" y="111962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6154522" y="1183610"/>
        <a:ext cx="272204" cy="294822"/>
      </dsp:txXfrm>
    </dsp:sp>
    <dsp:sp modelId="{1BD2DCCB-6B26-4472-A77F-0C075616E08C}">
      <dsp:nvSpPr>
        <dsp:cNvPr id="0" name=""/>
        <dsp:cNvSpPr/>
      </dsp:nvSpPr>
      <dsp:spPr>
        <a:xfrm>
          <a:off x="6504481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Plan</a:t>
          </a:r>
        </a:p>
      </dsp:txBody>
      <dsp:txXfrm>
        <a:off x="6717694" y="1500545"/>
        <a:ext cx="1029485" cy="1029485"/>
      </dsp:txXfrm>
    </dsp:sp>
    <dsp:sp modelId="{6CDF908A-B37C-40BE-A6FD-FFBCBB96DDCF}">
      <dsp:nvSpPr>
        <dsp:cNvPr id="0" name=""/>
        <dsp:cNvSpPr/>
      </dsp:nvSpPr>
      <dsp:spPr>
        <a:xfrm rot="6480000">
          <a:off x="6703091" y="2800360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6779445" y="2843159"/>
        <a:ext cx="272204" cy="294822"/>
      </dsp:txXfrm>
    </dsp:sp>
    <dsp:sp modelId="{3143F5C1-A6C5-496D-B0E5-F4A26DA450A6}">
      <dsp:nvSpPr>
        <dsp:cNvPr id="0" name=""/>
        <dsp:cNvSpPr/>
      </dsp:nvSpPr>
      <dsp:spPr>
        <a:xfrm>
          <a:off x="5827852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Execute</a:t>
          </a:r>
        </a:p>
      </dsp:txBody>
      <dsp:txXfrm>
        <a:off x="6041065" y="3582994"/>
        <a:ext cx="1029485" cy="1029485"/>
      </dsp:txXfrm>
    </dsp:sp>
    <dsp:sp modelId="{93B5B87A-42C7-4DA6-AE57-07ED7F758E37}">
      <dsp:nvSpPr>
        <dsp:cNvPr id="0" name=""/>
        <dsp:cNvSpPr/>
      </dsp:nvSpPr>
      <dsp:spPr>
        <a:xfrm rot="10800000">
          <a:off x="5277573" y="385205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5394232" y="3950325"/>
        <a:ext cx="272204" cy="294822"/>
      </dsp:txXfrm>
    </dsp:sp>
    <dsp:sp modelId="{DB86BDCC-5903-4C3F-809E-986264738609}">
      <dsp:nvSpPr>
        <dsp:cNvPr id="0" name=""/>
        <dsp:cNvSpPr/>
      </dsp:nvSpPr>
      <dsp:spPr>
        <a:xfrm>
          <a:off x="3638236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Review</a:t>
          </a:r>
        </a:p>
      </dsp:txBody>
      <dsp:txXfrm>
        <a:off x="3851449" y="3582994"/>
        <a:ext cx="1029485" cy="1029485"/>
      </dsp:txXfrm>
    </dsp:sp>
    <dsp:sp modelId="{053C7926-696F-4027-9C4C-0281D001D7CC}">
      <dsp:nvSpPr>
        <dsp:cNvPr id="0" name=""/>
        <dsp:cNvSpPr/>
      </dsp:nvSpPr>
      <dsp:spPr>
        <a:xfrm rot="15120000">
          <a:off x="3836846" y="2821294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3913200" y="2975043"/>
        <a:ext cx="272204" cy="294822"/>
      </dsp:txXfrm>
    </dsp:sp>
    <dsp:sp modelId="{5C1C9887-7377-4410-8BB3-E3B6E5552D9C}">
      <dsp:nvSpPr>
        <dsp:cNvPr id="0" name=""/>
        <dsp:cNvSpPr/>
      </dsp:nvSpPr>
      <dsp:spPr>
        <a:xfrm>
          <a:off x="2961607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</a:t>
          </a:r>
        </a:p>
      </dsp:txBody>
      <dsp:txXfrm>
        <a:off x="3174820" y="1500545"/>
        <a:ext cx="1029485" cy="1029485"/>
      </dsp:txXfrm>
    </dsp:sp>
    <dsp:sp modelId="{F6508237-AE4B-446F-BDFA-A3A51B537C06}">
      <dsp:nvSpPr>
        <dsp:cNvPr id="0" name=""/>
        <dsp:cNvSpPr/>
      </dsp:nvSpPr>
      <dsp:spPr>
        <a:xfrm rot="19440000">
          <a:off x="4371945" y="1132559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383085" y="1265118"/>
        <a:ext cx="272204" cy="29482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F40D9C-BF7A-44C2-8A76-54EA24B3D38F}">
      <dsp:nvSpPr>
        <dsp:cNvPr id="0" name=""/>
        <dsp:cNvSpPr/>
      </dsp:nvSpPr>
      <dsp:spPr>
        <a:xfrm>
          <a:off x="0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1</a:t>
          </a:r>
        </a:p>
      </dsp:txBody>
      <dsp:txXfrm>
        <a:off x="0" y="194468"/>
        <a:ext cx="3413125" cy="2047875"/>
      </dsp:txXfrm>
    </dsp:sp>
    <dsp:sp modelId="{CF91CB17-BBAB-447C-8CF2-6DF731908531}">
      <dsp:nvSpPr>
        <dsp:cNvPr id="0" name=""/>
        <dsp:cNvSpPr/>
      </dsp:nvSpPr>
      <dsp:spPr>
        <a:xfrm>
          <a:off x="3754437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2</a:t>
          </a:r>
        </a:p>
      </dsp:txBody>
      <dsp:txXfrm>
        <a:off x="3754437" y="194468"/>
        <a:ext cx="3413125" cy="2047875"/>
      </dsp:txXfrm>
    </dsp:sp>
    <dsp:sp modelId="{5E128EC6-0D0B-46C8-B42B-6F86E0F93D68}">
      <dsp:nvSpPr>
        <dsp:cNvPr id="0" name=""/>
        <dsp:cNvSpPr/>
      </dsp:nvSpPr>
      <dsp:spPr>
        <a:xfrm>
          <a:off x="7508875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3</a:t>
          </a:r>
        </a:p>
      </dsp:txBody>
      <dsp:txXfrm>
        <a:off x="7508875" y="194468"/>
        <a:ext cx="3413125" cy="2047875"/>
      </dsp:txXfrm>
    </dsp:sp>
    <dsp:sp modelId="{513D2320-41E0-4865-9C26-177359F1CD11}">
      <dsp:nvSpPr>
        <dsp:cNvPr id="0" name=""/>
        <dsp:cNvSpPr/>
      </dsp:nvSpPr>
      <dsp:spPr>
        <a:xfrm>
          <a:off x="1877218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4</a:t>
          </a:r>
        </a:p>
      </dsp:txBody>
      <dsp:txXfrm>
        <a:off x="1877218" y="2583656"/>
        <a:ext cx="3413125" cy="2047875"/>
      </dsp:txXfrm>
    </dsp:sp>
    <dsp:sp modelId="{808D8394-5D34-4857-AC5F-F8AB25858F11}">
      <dsp:nvSpPr>
        <dsp:cNvPr id="0" name=""/>
        <dsp:cNvSpPr/>
      </dsp:nvSpPr>
      <dsp:spPr>
        <a:xfrm>
          <a:off x="5631656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300" kern="1200"/>
        </a:p>
      </dsp:txBody>
      <dsp:txXfrm>
        <a:off x="5631656" y="2583656"/>
        <a:ext cx="3413125" cy="204787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39BA44-6105-4C50-84B0-0886DBA86778}">
      <dsp:nvSpPr>
        <dsp:cNvPr id="0" name=""/>
        <dsp:cNvSpPr/>
      </dsp:nvSpPr>
      <dsp:spPr>
        <a:xfrm>
          <a:off x="1333" y="0"/>
          <a:ext cx="3466455" cy="482599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Plan</a:t>
          </a:r>
        </a:p>
      </dsp:txBody>
      <dsp:txXfrm>
        <a:off x="1333" y="0"/>
        <a:ext cx="3466455" cy="1447800"/>
      </dsp:txXfrm>
    </dsp:sp>
    <dsp:sp modelId="{24CAE587-7BCD-4797-9064-3A284E618C6A}">
      <dsp:nvSpPr>
        <dsp:cNvPr id="0" name=""/>
        <dsp:cNvSpPr/>
      </dsp:nvSpPr>
      <dsp:spPr>
        <a:xfrm>
          <a:off x="347978" y="1449213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Scope</a:t>
          </a:r>
        </a:p>
      </dsp:txBody>
      <dsp:txXfrm>
        <a:off x="390597" y="1491832"/>
        <a:ext cx="2687926" cy="1369866"/>
      </dsp:txXfrm>
    </dsp:sp>
    <dsp:sp modelId="{7D04B1C5-266A-4284-B6BF-C986FE1E047B}">
      <dsp:nvSpPr>
        <dsp:cNvPr id="0" name=""/>
        <dsp:cNvSpPr/>
      </dsp:nvSpPr>
      <dsp:spPr>
        <a:xfrm>
          <a:off x="347978" y="3128181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Schedule</a:t>
          </a:r>
        </a:p>
      </dsp:txBody>
      <dsp:txXfrm>
        <a:off x="390597" y="3170800"/>
        <a:ext cx="2687926" cy="1369866"/>
      </dsp:txXfrm>
    </dsp:sp>
    <dsp:sp modelId="{846809DA-0488-4959-BEF7-C91F0F88AC1D}">
      <dsp:nvSpPr>
        <dsp:cNvPr id="0" name=""/>
        <dsp:cNvSpPr/>
      </dsp:nvSpPr>
      <dsp:spPr>
        <a:xfrm>
          <a:off x="3727772" y="0"/>
          <a:ext cx="3466455" cy="482599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Build</a:t>
          </a:r>
        </a:p>
      </dsp:txBody>
      <dsp:txXfrm>
        <a:off x="3727772" y="0"/>
        <a:ext cx="3466455" cy="1447800"/>
      </dsp:txXfrm>
    </dsp:sp>
    <dsp:sp modelId="{FAA3B6BE-8619-42B1-87FB-243B11DBC0F7}">
      <dsp:nvSpPr>
        <dsp:cNvPr id="0" name=""/>
        <dsp:cNvSpPr/>
      </dsp:nvSpPr>
      <dsp:spPr>
        <a:xfrm>
          <a:off x="4074417" y="1449213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Implement</a:t>
          </a:r>
        </a:p>
      </dsp:txBody>
      <dsp:txXfrm>
        <a:off x="4117036" y="1491832"/>
        <a:ext cx="2687926" cy="1369866"/>
      </dsp:txXfrm>
    </dsp:sp>
    <dsp:sp modelId="{63F1DC97-2664-44AE-94B5-10431CC1DDD7}">
      <dsp:nvSpPr>
        <dsp:cNvPr id="0" name=""/>
        <dsp:cNvSpPr/>
      </dsp:nvSpPr>
      <dsp:spPr>
        <a:xfrm>
          <a:off x="4074417" y="3128181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Verify</a:t>
          </a:r>
        </a:p>
      </dsp:txBody>
      <dsp:txXfrm>
        <a:off x="4117036" y="3170800"/>
        <a:ext cx="2687926" cy="1369866"/>
      </dsp:txXfrm>
    </dsp:sp>
    <dsp:sp modelId="{F9FFC034-33CD-4D66-A864-3CC0593DE6DF}">
      <dsp:nvSpPr>
        <dsp:cNvPr id="0" name=""/>
        <dsp:cNvSpPr/>
      </dsp:nvSpPr>
      <dsp:spPr>
        <a:xfrm>
          <a:off x="7454211" y="0"/>
          <a:ext cx="3466455" cy="482599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7454211" y="0"/>
        <a:ext cx="3466455" cy="1447800"/>
      </dsp:txXfrm>
    </dsp:sp>
    <dsp:sp modelId="{529B7956-6FF3-483A-B1DF-1F2528CBB194}">
      <dsp:nvSpPr>
        <dsp:cNvPr id="0" name=""/>
        <dsp:cNvSpPr/>
      </dsp:nvSpPr>
      <dsp:spPr>
        <a:xfrm>
          <a:off x="7800857" y="1449213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100" kern="1200"/>
        </a:p>
      </dsp:txBody>
      <dsp:txXfrm>
        <a:off x="7843476" y="1491832"/>
        <a:ext cx="2687926" cy="1369866"/>
      </dsp:txXfrm>
    </dsp:sp>
    <dsp:sp modelId="{4CEA3410-0B25-4BB9-87D0-E9663B23B506}">
      <dsp:nvSpPr>
        <dsp:cNvPr id="0" name=""/>
        <dsp:cNvSpPr/>
      </dsp:nvSpPr>
      <dsp:spPr>
        <a:xfrm>
          <a:off x="7800857" y="3128181"/>
          <a:ext cx="2773164" cy="14551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4140" tIns="78105" rIns="10414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100" kern="1200"/>
        </a:p>
      </dsp:txBody>
      <dsp:txXfrm>
        <a:off x="7843476" y="3170800"/>
        <a:ext cx="2687926" cy="136986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7BEA39-846E-452B-8559-8576866C41BA}">
      <dsp:nvSpPr>
        <dsp:cNvPr id="0" name=""/>
        <dsp:cNvSpPr/>
      </dsp:nvSpPr>
      <dsp:spPr>
        <a:xfrm>
          <a:off x="3068516" y="188214"/>
          <a:ext cx="4131144" cy="413105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Audience</a:t>
          </a:r>
        </a:p>
      </dsp:txBody>
      <dsp:txXfrm>
        <a:off x="3673508" y="793193"/>
        <a:ext cx="2921160" cy="2921098"/>
      </dsp:txXfrm>
    </dsp:sp>
    <dsp:sp modelId="{F3FD0F89-C860-4B20-8464-14A988F965CE}">
      <dsp:nvSpPr>
        <dsp:cNvPr id="0" name=""/>
        <dsp:cNvSpPr/>
      </dsp:nvSpPr>
      <dsp:spPr>
        <a:xfrm>
          <a:off x="5425658" y="0"/>
          <a:ext cx="459442" cy="45943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69FD4A-C184-4E0D-8C61-47DB34FC0FAA}">
      <dsp:nvSpPr>
        <dsp:cNvPr id="0" name=""/>
        <dsp:cNvSpPr/>
      </dsp:nvSpPr>
      <dsp:spPr>
        <a:xfrm>
          <a:off x="4337746" y="4012336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8AD392-EBDD-4DD3-B82F-0F180618CBCA}">
      <dsp:nvSpPr>
        <dsp:cNvPr id="0" name=""/>
        <dsp:cNvSpPr/>
      </dsp:nvSpPr>
      <dsp:spPr>
        <a:xfrm>
          <a:off x="7465492" y="1864766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E30ACD-70AD-44C5-BD82-292FDC4AC187}">
      <dsp:nvSpPr>
        <dsp:cNvPr id="0" name=""/>
        <dsp:cNvSpPr/>
      </dsp:nvSpPr>
      <dsp:spPr>
        <a:xfrm>
          <a:off x="5873576" y="4366564"/>
          <a:ext cx="459442" cy="45943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AC64FF-D443-4CEF-AF3A-413A841A46D8}">
      <dsp:nvSpPr>
        <dsp:cNvPr id="0" name=""/>
        <dsp:cNvSpPr/>
      </dsp:nvSpPr>
      <dsp:spPr>
        <a:xfrm>
          <a:off x="4432247" y="652957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72CB3D-3255-4A71-A51B-DC65777D1EDA}">
      <dsp:nvSpPr>
        <dsp:cNvPr id="0" name=""/>
        <dsp:cNvSpPr/>
      </dsp:nvSpPr>
      <dsp:spPr>
        <a:xfrm>
          <a:off x="3383518" y="2557780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7F13E0-C762-474F-A91A-89697E9A3455}">
      <dsp:nvSpPr>
        <dsp:cNvPr id="0" name=""/>
        <dsp:cNvSpPr/>
      </dsp:nvSpPr>
      <dsp:spPr>
        <a:xfrm>
          <a:off x="1777773" y="933831"/>
          <a:ext cx="1679502" cy="16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Need</a:t>
          </a:r>
        </a:p>
      </dsp:txBody>
      <dsp:txXfrm>
        <a:off x="2023730" y="1179710"/>
        <a:ext cx="1187588" cy="1187207"/>
      </dsp:txXfrm>
    </dsp:sp>
    <dsp:sp modelId="{0C7063C4-BF2C-473D-8AD1-F467D90BBFE1}">
      <dsp:nvSpPr>
        <dsp:cNvPr id="0" name=""/>
        <dsp:cNvSpPr/>
      </dsp:nvSpPr>
      <dsp:spPr>
        <a:xfrm>
          <a:off x="4960837" y="667435"/>
          <a:ext cx="459442" cy="45943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3D7CBE-2FA9-4914-800A-8B24EF8A8236}">
      <dsp:nvSpPr>
        <dsp:cNvPr id="0" name=""/>
        <dsp:cNvSpPr/>
      </dsp:nvSpPr>
      <dsp:spPr>
        <a:xfrm>
          <a:off x="1935274" y="3105048"/>
          <a:ext cx="830531" cy="8305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31F8E8-DF09-418C-98FA-23729BE9A247}">
      <dsp:nvSpPr>
        <dsp:cNvPr id="0" name=""/>
        <dsp:cNvSpPr/>
      </dsp:nvSpPr>
      <dsp:spPr>
        <a:xfrm>
          <a:off x="7622993" y="143814"/>
          <a:ext cx="1679502" cy="16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Offer</a:t>
          </a:r>
        </a:p>
      </dsp:txBody>
      <dsp:txXfrm>
        <a:off x="7868950" y="389693"/>
        <a:ext cx="1187588" cy="1187207"/>
      </dsp:txXfrm>
    </dsp:sp>
    <dsp:sp modelId="{0EA86A4D-8983-4093-AE4D-173DC8D7AFD0}">
      <dsp:nvSpPr>
        <dsp:cNvPr id="0" name=""/>
        <dsp:cNvSpPr/>
      </dsp:nvSpPr>
      <dsp:spPr>
        <a:xfrm>
          <a:off x="6873902" y="1303020"/>
          <a:ext cx="459442" cy="45943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DA6E89-C26E-4D69-AAD3-400CB7CA57D1}">
      <dsp:nvSpPr>
        <dsp:cNvPr id="0" name=""/>
        <dsp:cNvSpPr/>
      </dsp:nvSpPr>
      <dsp:spPr>
        <a:xfrm>
          <a:off x="1619504" y="4093413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D5D71-4673-40F6-8066-DF73ECCAE8B6}">
      <dsp:nvSpPr>
        <dsp:cNvPr id="0" name=""/>
        <dsp:cNvSpPr/>
      </dsp:nvSpPr>
      <dsp:spPr>
        <a:xfrm>
          <a:off x="4937019" y="3619500"/>
          <a:ext cx="332673" cy="33299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5F0A8D-EABC-481B-B131-E473249176C3}">
      <dsp:nvSpPr>
        <dsp:cNvPr id="0" name=""/>
        <dsp:cNvSpPr/>
      </dsp:nvSpPr>
      <dsp:spPr>
        <a:xfrm>
          <a:off x="3048000" y="0"/>
          <a:ext cx="4825999" cy="4825999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C4A062-0CB6-46B7-AF99-407C643277B1}">
      <dsp:nvSpPr>
        <dsp:cNvPr id="0" name=""/>
        <dsp:cNvSpPr/>
      </dsp:nvSpPr>
      <dsp:spPr>
        <a:xfrm>
          <a:off x="3361690" y="313690"/>
          <a:ext cx="1930400" cy="193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Axis</a:t>
          </a:r>
        </a:p>
      </dsp:txBody>
      <dsp:txXfrm>
        <a:off x="3455924" y="407924"/>
        <a:ext cx="1741932" cy="1741932"/>
      </dsp:txXfrm>
    </dsp:sp>
    <dsp:sp modelId="{A1DB8F3F-62B5-442A-BAA8-3C61B4C629D4}">
      <dsp:nvSpPr>
        <dsp:cNvPr id="0" name=""/>
        <dsp:cNvSpPr/>
      </dsp:nvSpPr>
      <dsp:spPr>
        <a:xfrm>
          <a:off x="5629910" y="313690"/>
          <a:ext cx="1930400" cy="193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Speed</a:t>
          </a:r>
        </a:p>
      </dsp:txBody>
      <dsp:txXfrm>
        <a:off x="5724144" y="407924"/>
        <a:ext cx="1741932" cy="1741932"/>
      </dsp:txXfrm>
    </dsp:sp>
    <dsp:sp modelId="{07F64800-037D-45D0-958F-FBF3A7F476E8}">
      <dsp:nvSpPr>
        <dsp:cNvPr id="0" name=""/>
        <dsp:cNvSpPr/>
      </dsp:nvSpPr>
      <dsp:spPr>
        <a:xfrm>
          <a:off x="3361690" y="2581909"/>
          <a:ext cx="1930400" cy="193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Quality</a:t>
          </a:r>
        </a:p>
      </dsp:txBody>
      <dsp:txXfrm>
        <a:off x="3455924" y="2676143"/>
        <a:ext cx="1741932" cy="1741932"/>
      </dsp:txXfrm>
    </dsp:sp>
    <dsp:sp modelId="{9497DD29-E359-4021-94DF-239807CDC184}">
      <dsp:nvSpPr>
        <dsp:cNvPr id="0" name=""/>
        <dsp:cNvSpPr/>
      </dsp:nvSpPr>
      <dsp:spPr>
        <a:xfrm>
          <a:off x="5629910" y="2581909"/>
          <a:ext cx="1930400" cy="193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Cost</a:t>
          </a:r>
        </a:p>
      </dsp:txBody>
      <dsp:txXfrm>
        <a:off x="5724144" y="2676143"/>
        <a:ext cx="1741932" cy="174193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E51A39-2928-425B-AF43-E26260C60D12}">
      <dsp:nvSpPr>
        <dsp:cNvPr id="0" name=""/>
        <dsp:cNvSpPr/>
      </dsp:nvSpPr>
      <dsp:spPr>
        <a:xfrm>
          <a:off x="2718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6E96E7-42D8-4AFB-9556-E4F8558A7574}">
      <dsp:nvSpPr>
        <dsp:cNvPr id="0" name=""/>
        <dsp:cNvSpPr/>
      </dsp:nvSpPr>
      <dsp:spPr>
        <a:xfrm>
          <a:off x="87233" y="84515"/>
          <a:ext cx="676122" cy="676122"/>
        </a:xfrm>
        <a:prstGeom prst="chord">
          <a:avLst>
            <a:gd name="adj1" fmla="val 1168272"/>
            <a:gd name="adj2" fmla="val 96317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0E2CB-DE38-4FFF-808B-12B73E67A830}">
      <dsp:nvSpPr>
        <dsp:cNvPr id="0" name=""/>
        <dsp:cNvSpPr/>
      </dsp:nvSpPr>
      <dsp:spPr>
        <a:xfrm>
          <a:off x="1023945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Phase B</a:t>
          </a:r>
        </a:p>
      </dsp:txBody>
      <dsp:txXfrm>
        <a:off x="1023945" y="845153"/>
        <a:ext cx="2500245" cy="3556686"/>
      </dsp:txXfrm>
    </dsp:sp>
    <dsp:sp modelId="{D0E42206-B501-4E65-AE18-DA94F2DBA05C}">
      <dsp:nvSpPr>
        <dsp:cNvPr id="0" name=""/>
        <dsp:cNvSpPr/>
      </dsp:nvSpPr>
      <dsp:spPr>
        <a:xfrm>
          <a:off x="1023945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Phase A</a:t>
          </a:r>
        </a:p>
      </dsp:txBody>
      <dsp:txXfrm>
        <a:off x="1023945" y="0"/>
        <a:ext cx="2500245" cy="845153"/>
      </dsp:txXfrm>
    </dsp:sp>
    <dsp:sp modelId="{4FEB7C61-97C8-4B23-8B61-11C937057692}">
      <dsp:nvSpPr>
        <dsp:cNvPr id="0" name=""/>
        <dsp:cNvSpPr/>
      </dsp:nvSpPr>
      <dsp:spPr>
        <a:xfrm>
          <a:off x="3700264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558B8B-1665-4C6B-AE4D-205A0F8461E0}">
      <dsp:nvSpPr>
        <dsp:cNvPr id="0" name=""/>
        <dsp:cNvSpPr/>
      </dsp:nvSpPr>
      <dsp:spPr>
        <a:xfrm>
          <a:off x="3784779" y="84515"/>
          <a:ext cx="676122" cy="676122"/>
        </a:xfrm>
        <a:prstGeom prst="chord">
          <a:avLst>
            <a:gd name="adj1" fmla="val 20431728"/>
            <a:gd name="adj2" fmla="val 11968272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6BCF05-2316-4918-BC2B-EC5E478E55FF}">
      <dsp:nvSpPr>
        <dsp:cNvPr id="0" name=""/>
        <dsp:cNvSpPr/>
      </dsp:nvSpPr>
      <dsp:spPr>
        <a:xfrm>
          <a:off x="4721490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Phase D</a:t>
          </a:r>
        </a:p>
      </dsp:txBody>
      <dsp:txXfrm>
        <a:off x="4721490" y="845153"/>
        <a:ext cx="2500245" cy="3556686"/>
      </dsp:txXfrm>
    </dsp:sp>
    <dsp:sp modelId="{9D2D49AB-93A1-40E4-A58E-B162AFCBB1BB}">
      <dsp:nvSpPr>
        <dsp:cNvPr id="0" name=""/>
        <dsp:cNvSpPr/>
      </dsp:nvSpPr>
      <dsp:spPr>
        <a:xfrm>
          <a:off x="4721490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Phase C</a:t>
          </a:r>
        </a:p>
      </dsp:txBody>
      <dsp:txXfrm>
        <a:off x="4721490" y="0"/>
        <a:ext cx="2500245" cy="845153"/>
      </dsp:txXfrm>
    </dsp:sp>
    <dsp:sp modelId="{22A193A0-6596-44B5-9FA8-13006B227EE9}">
      <dsp:nvSpPr>
        <dsp:cNvPr id="0" name=""/>
        <dsp:cNvSpPr/>
      </dsp:nvSpPr>
      <dsp:spPr>
        <a:xfrm>
          <a:off x="7397809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68B6D0-2825-4E89-AE40-9E545F959DB5}">
      <dsp:nvSpPr>
        <dsp:cNvPr id="0" name=""/>
        <dsp:cNvSpPr/>
      </dsp:nvSpPr>
      <dsp:spPr>
        <a:xfrm>
          <a:off x="7482324" y="84515"/>
          <a:ext cx="676122" cy="676122"/>
        </a:xfrm>
        <a:prstGeom prst="chord">
          <a:avLst>
            <a:gd name="adj1" fmla="val 162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2E4A7-ED0A-4AA4-83CE-B6186434AA5A}">
      <dsp:nvSpPr>
        <dsp:cNvPr id="0" name=""/>
        <dsp:cNvSpPr/>
      </dsp:nvSpPr>
      <dsp:spPr>
        <a:xfrm>
          <a:off x="8419036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/>
        </a:p>
      </dsp:txBody>
      <dsp:txXfrm>
        <a:off x="8419036" y="845153"/>
        <a:ext cx="2500245" cy="3556686"/>
      </dsp:txXfrm>
    </dsp:sp>
    <dsp:sp modelId="{309834D9-481E-4320-B529-524496EE89B8}">
      <dsp:nvSpPr>
        <dsp:cNvPr id="0" name=""/>
        <dsp:cNvSpPr/>
      </dsp:nvSpPr>
      <dsp:spPr>
        <a:xfrm>
          <a:off x="8419036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/>
        </a:p>
      </dsp:txBody>
      <dsp:txXfrm>
        <a:off x="8419036" y="0"/>
        <a:ext cx="2500245" cy="84515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BF803A-D9F8-45C5-8938-D47A0F9D602D}">
      <dsp:nvSpPr>
        <dsp:cNvPr id="0" name=""/>
        <dsp:cNvSpPr/>
      </dsp:nvSpPr>
      <dsp:spPr>
        <a:xfrm>
          <a:off x="4368799" y="589"/>
          <a:ext cx="6553200" cy="2297534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285750" lvl="1" indent="-285750" algn="l" defTabSz="2400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5400" kern="1200"/>
            <a:t>Shape</a:t>
          </a:r>
        </a:p>
        <a:p>
          <a:pPr marL="285750" lvl="1" indent="-285750" algn="l" defTabSz="2400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5400" kern="1200"/>
            <a:t>Review</a:t>
          </a:r>
        </a:p>
      </dsp:txBody>
      <dsp:txXfrm>
        <a:off x="4368799" y="287781"/>
        <a:ext cx="5691625" cy="1723150"/>
      </dsp:txXfrm>
    </dsp:sp>
    <dsp:sp modelId="{478C0693-2AEB-4AD3-896E-1A2C75774A28}">
      <dsp:nvSpPr>
        <dsp:cNvPr id="0" name=""/>
        <dsp:cNvSpPr/>
      </dsp:nvSpPr>
      <dsp:spPr>
        <a:xfrm>
          <a:off x="0" y="589"/>
          <a:ext cx="4368800" cy="229753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Collect</a:t>
          </a:r>
        </a:p>
      </dsp:txBody>
      <dsp:txXfrm>
        <a:off x="112156" y="112745"/>
        <a:ext cx="4144488" cy="2073222"/>
      </dsp:txXfrm>
    </dsp:sp>
    <dsp:sp modelId="{DA36C540-4319-463A-8049-7D01C88B694D}">
      <dsp:nvSpPr>
        <dsp:cNvPr id="0" name=""/>
        <dsp:cNvSpPr/>
      </dsp:nvSpPr>
      <dsp:spPr>
        <a:xfrm>
          <a:off x="4368799" y="2527876"/>
          <a:ext cx="6553200" cy="2297534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285750" lvl="1" indent="-285750" algn="l" defTabSz="2400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400" kern="1200"/>
        </a:p>
        <a:p>
          <a:pPr marL="285750" lvl="1" indent="-285750" algn="l" defTabSz="2400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400" kern="1200"/>
        </a:p>
      </dsp:txBody>
      <dsp:txXfrm>
        <a:off x="4368799" y="2815068"/>
        <a:ext cx="5691625" cy="1723150"/>
      </dsp:txXfrm>
    </dsp:sp>
    <dsp:sp modelId="{21DA9DA7-9A5B-474E-8F8C-3C880F6B3B54}">
      <dsp:nvSpPr>
        <dsp:cNvPr id="0" name=""/>
        <dsp:cNvSpPr/>
      </dsp:nvSpPr>
      <dsp:spPr>
        <a:xfrm>
          <a:off x="0" y="2527876"/>
          <a:ext cx="4368800" cy="229753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Share</a:t>
          </a:r>
        </a:p>
      </dsp:txBody>
      <dsp:txXfrm>
        <a:off x="112156" y="2640032"/>
        <a:ext cx="4144488" cy="20732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IncreasingCircleProcess">
  <dgm:title val=""/>
  <dgm:desc val=""/>
  <dgm:catLst>
    <dgm:cat type="list" pri="8300"/>
    <dgm:cat type="process" pri="43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  <dgm:param type="horzAlign" val="ctr"/>
          <dgm:param type="vertAlign" val="t"/>
        </dgm:alg>
      </dgm:if>
      <dgm:else name="Name3">
        <dgm:alg type="lin">
          <dgm:param type="linDir" val="fromR"/>
          <dgm:param type="horzAlign" val="ctr"/>
          <dgm:param type="vertAlign" val="t"/>
        </dgm:alg>
      </dgm:else>
    </dgm:choose>
    <dgm:shape xmlns:r="http://schemas.openxmlformats.org/officeDocument/2006/relationships" r:blip="">
      <dgm:adjLst/>
    </dgm:shape>
    <dgm:constrLst>
      <dgm:constr type="primFontSz" for="des" forName="Child" val="65"/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h" refFor="ch" refForName="composite" op="equ" fact="0.04"/>
    </dgm:constrLst>
    <dgm:forEach name="nodesForEach" axis="ch" ptType="node" cnt="7">
      <dgm:layoutNode name="composite">
        <dgm:alg type="composite">
          <dgm:param type="ar" val="0.8"/>
        </dgm:alg>
        <dgm:choose name="Name4">
          <dgm:if name="Name5" func="var" arg="dir" op="equ" val="norm">
            <dgm:constrLst>
              <dgm:constr type="l" for="ch" forName="Child" refType="w" fact="0.29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l" for="ch" forName="Parent" refType="w" fact="0.29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l" for="ch" forName="BackAccent" refType="w" fact="0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l" for="ch" forName="Accent" refType="w" fact="0.024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if>
          <dgm:else name="Name6">
            <dgm:constrLst>
              <dgm:constr type="r" for="ch" forName="Child" refType="w" fact="0.71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r" for="ch" forName="Parent" refType="w" fact="0.71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r" for="ch" forName="BackAccent" refType="w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r" for="ch" forName="Accent" refType="w" fact="0.976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else>
        </dgm:choose>
        <dgm:layoutNode name="BackAccent" styleLbl="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ccent" styleLbl="alignNode1">
          <dgm:alg type="sp"/>
          <dgm:choose name="Name7">
            <dgm:if name="Name8" axis="precedSib" ptType="node" func="cnt" op="equ" val="0">
              <dgm:choose name="Name9">
                <dgm:if name="Name1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11" axis="followSib" ptType="node" func="cnt" op="equ" val="1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12" axis="followSib" ptType="node" func="cnt" op="equ" val="2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if name="Name13" axis="followSib" ptType="node" func="cnt" op="equ" val="3">
                  <dgm:shape xmlns:r="http://schemas.openxmlformats.org/officeDocument/2006/relationships" type="chord" r:blip="">
                    <dgm:adjLst>
                      <dgm:adj idx="1" val="30"/>
                      <dgm:adj idx="2" val="150"/>
                    </dgm:adjLst>
                  </dgm:shape>
                </dgm:if>
                <dgm:if name="Name14" axis="followSib" ptType="node" func="cnt" op="equ" val="4">
                  <dgm:shape xmlns:r="http://schemas.openxmlformats.org/officeDocument/2006/relationships" type="chord" r:blip="">
                    <dgm:adjLst>
                      <dgm:adj idx="1" val="38.8699"/>
                      <dgm:adj idx="2" val="143.1301"/>
                    </dgm:adjLst>
                  </dgm:shape>
                </dgm:if>
                <dgm:if name="Name15" axis="followSib" ptType="node" func="cnt" op="equ" val="5">
                  <dgm:shape xmlns:r="http://schemas.openxmlformats.org/officeDocument/2006/relationships" type="chord" r:blip="">
                    <dgm:adjLst>
                      <dgm:adj idx="1" val="41.8103"/>
                      <dgm:adj idx="2" val="138.1897"/>
                    </dgm:adjLst>
                  </dgm:shape>
                </dgm:if>
                <dgm:else name="Name16">
                  <dgm:shape xmlns:r="http://schemas.openxmlformats.org/officeDocument/2006/relationships" type="chord" r:blip="">
                    <dgm:adjLst>
                      <dgm:adj idx="1" val="45.5847"/>
                      <dgm:adj idx="2" val="134.4153"/>
                    </dgm:adjLst>
                  </dgm:shape>
                </dgm:else>
              </dgm:choose>
            </dgm:if>
            <dgm:if name="Name17" axis="precedSib" ptType="node" func="cnt" op="equ" val="1">
              <dgm:choose name="Name18">
                <dgm:if name="Name19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0" axis="followSib" ptType="node" func="cnt" op="equ" val="1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if name="Name21" axis="followSib" ptType="node" func="cnt" op="equ" val="2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22" axis="followSib" ptType="node" func="cnt" op="equ" val="3">
                  <dgm:shape xmlns:r="http://schemas.openxmlformats.org/officeDocument/2006/relationships" type="chord" r:blip="">
                    <dgm:adjLst>
                      <dgm:adj idx="1" val="11.537"/>
                      <dgm:adj idx="2" val="168.463"/>
                    </dgm:adjLst>
                  </dgm:shape>
                </dgm:if>
                <dgm:if name="Name23" axis="followSib" ptType="node" func="cnt" op="equ" val="4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else name="Name24">
                  <dgm:shape xmlns:r="http://schemas.openxmlformats.org/officeDocument/2006/relationships" type="chord" r:blip="">
                    <dgm:adjLst>
                      <dgm:adj idx="1" val="25.3769"/>
                      <dgm:adj idx="2" val="154.6231"/>
                    </dgm:adjLst>
                  </dgm:shape>
                </dgm:else>
              </dgm:choose>
            </dgm:if>
            <dgm:if name="Name25" axis="precedSib" ptType="node" func="cnt" op="equ" val="2">
              <dgm:choose name="Name26">
                <dgm:if name="Name27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8" axis="followSib" ptType="node" func="cnt" op="equ" val="1">
                  <dgm:shape xmlns:r="http://schemas.openxmlformats.org/officeDocument/2006/relationships" type="chord" r:blip="">
                    <dgm:adjLst>
                      <dgm:adj idx="1" val="-30"/>
                      <dgm:adj idx="2" val="-150"/>
                    </dgm:adjLst>
                  </dgm:shape>
                </dgm:if>
                <dgm:if name="Name29" axis="followSib" ptType="node" func="cnt" op="equ" val="2">
                  <dgm:shape xmlns:r="http://schemas.openxmlformats.org/officeDocument/2006/relationships" type="chord" r:blip="">
                    <dgm:adjLst>
                      <dgm:adj idx="1" val="-11.537"/>
                      <dgm:adj idx="2" val="-168.463"/>
                    </dgm:adjLst>
                  </dgm:shape>
                </dgm:if>
                <dgm:if name="Name30" axis="followSib" ptType="node" func="cnt" op="equ" val="3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else name="Name31">
                  <dgm:shape xmlns:r="http://schemas.openxmlformats.org/officeDocument/2006/relationships" type="chord" r:blip="">
                    <dgm:adjLst>
                      <dgm:adj idx="1" val="8.2133"/>
                      <dgm:adj idx="2" val="171.7867"/>
                    </dgm:adjLst>
                  </dgm:shape>
                </dgm:else>
              </dgm:choose>
            </dgm:if>
            <dgm:if name="Name32" axis="precedSib" ptType="node" func="cnt" op="equ" val="3">
              <dgm:choose name="Name33">
                <dgm:if name="Name34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35" axis="followSib" ptType="node" func="cnt" op="equ" val="1">
                  <dgm:shape xmlns:r="http://schemas.openxmlformats.org/officeDocument/2006/relationships" type="chord" r:blip="">
                    <dgm:adjLst>
                      <dgm:adj idx="1" val="-38.8699"/>
                      <dgm:adj idx="2" val="-143.1301"/>
                    </dgm:adjLst>
                  </dgm:shape>
                </dgm:if>
                <dgm:if name="Name36" axis="followSib" ptType="node" func="cnt" op="equ" val="2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else name="Name37">
                  <dgm:shape xmlns:r="http://schemas.openxmlformats.org/officeDocument/2006/relationships" type="chord" r:blip="">
                    <dgm:adjLst>
                      <dgm:adj idx="1" val="-8.2133"/>
                      <dgm:adj idx="2" val="-171.7867"/>
                    </dgm:adjLst>
                  </dgm:shape>
                </dgm:else>
              </dgm:choose>
            </dgm:if>
            <dgm:if name="Name38" axis="precedSib" ptType="node" func="cnt" op="equ" val="4">
              <dgm:choose name="Name39">
                <dgm:if name="Name4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41" axis="followSib" ptType="node" func="cnt" op="equ" val="1">
                  <dgm:shape xmlns:r="http://schemas.openxmlformats.org/officeDocument/2006/relationships" type="chord" r:blip="">
                    <dgm:adjLst>
                      <dgm:adj idx="1" val="-41.8103"/>
                      <dgm:adj idx="2" val="-138.1897"/>
                    </dgm:adjLst>
                  </dgm:shape>
                </dgm:if>
                <dgm:else name="Name42">
                  <dgm:shape xmlns:r="http://schemas.openxmlformats.org/officeDocument/2006/relationships" type="chord" r:blip="">
                    <dgm:adjLst>
                      <dgm:adj idx="1" val="-25.3769"/>
                      <dgm:adj idx="2" val="-154.6231"/>
                    </dgm:adjLst>
                  </dgm:shape>
                </dgm:else>
              </dgm:choose>
            </dgm:if>
            <dgm:if name="Name43" axis="precedSib" ptType="node" func="cnt" op="equ" val="5">
              <dgm:choose name="Name44">
                <dgm:if name="Name45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else name="Name46">
                  <dgm:shape xmlns:r="http://schemas.openxmlformats.org/officeDocument/2006/relationships" type="chord" r:blip="">
                    <dgm:adjLst>
                      <dgm:adj idx="1" val="-45.5847"/>
                      <dgm:adj idx="2" val="-134.4153"/>
                    </dgm:adjLst>
                  </dgm:shape>
                </dgm:else>
              </dgm:choose>
            </dgm:if>
            <dgm:else name="Name47">
              <dgm:shape xmlns:r="http://schemas.openxmlformats.org/officeDocument/2006/relationships" type="chord" r:blip="">
                <dgm:adjLst>
                  <dgm:adj idx="1" val="-90"/>
                  <dgm:adj idx="2" val="-90"/>
                </dgm:adjLst>
              </dgm:shape>
            </dgm:else>
          </dgm:choose>
          <dgm:presOf/>
        </dgm:layoutNode>
        <dgm:layoutNode name="Child" styleLbl="revTx">
          <dgm:varLst>
            <dgm:chMax val="0"/>
            <dgm:chPref val="0"/>
            <dgm:bulletEnabled val="1"/>
          </dgm:varLst>
          <dgm:choose name="Name48">
            <dgm:if name="Name49" func="var" arg="dir" op="equ" val="norm">
              <dgm:alg type="tx">
                <dgm:param type="parTxLTRAlign" val="l"/>
                <dgm:param type="parTxRTLAlign" val="l"/>
                <dgm:param type="txAnchorVert" val="t"/>
              </dgm:alg>
            </dgm:if>
            <dgm:else name="Name50">
              <dgm:alg type="tx">
                <dgm:param type="parTxLTRAlign" val="r"/>
                <dgm:param type="parTxRTLAlign" val="r"/>
                <dgm:param type="txAnchorVert" val="t"/>
              </dgm:alg>
            </dgm:else>
          </dgm:choose>
          <dgm:choose name="Name51">
            <dgm:if name="Name52" axis="ch" ptType="node" func="cnt" op="gte" val="1">
              <dgm:shape xmlns:r="http://schemas.openxmlformats.org/officeDocument/2006/relationships" type="rect" r:blip="">
                <dgm:adjLst/>
              </dgm:shape>
            </dgm:if>
            <dgm:else name="Name53">
              <dgm:shape xmlns:r="http://schemas.openxmlformats.org/officeDocument/2006/relationships" type="rect" r:blip="" hideGeom="1">
                <dgm:adjLst/>
              </dgm:shape>
            </dgm:else>
          </dgm:choose>
          <dgm:choose name="Name54">
            <dgm:if name="Name55" axis="ch" ptType="node" func="cnt" op="gte" val="1">
              <dgm:presOf axis="des" ptType="node"/>
            </dgm:if>
            <dgm:else name="Name56">
              <dgm:presOf/>
            </dgm:else>
          </dgm:choose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Parent" styleLbl="revTx">
          <dgm:varLst>
            <dgm:chMax val="1"/>
            <dgm:chPref val="1"/>
            <dgm:bulletEnabled val="1"/>
          </dgm:varLst>
          <dgm:choose name="Name57">
            <dgm:if name="Name58" func="var" arg="dir" op="equ" val="norm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txAnchorVertCh" val="b"/>
              </dgm:alg>
            </dgm:if>
            <dgm:else name="Name59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txAnchorVertCh" val="b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3/layout/CircleRelationship">
  <dgm:title val=""/>
  <dgm:desc val=""/>
  <dgm:catLst>
    <dgm:cat type="relationship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clrData>
  <dgm:layoutNode name="Name0">
    <dgm:varLst>
      <dgm:chMax val="1"/>
      <dgm:chPref val="1"/>
    </dgm:varLst>
    <dgm:shape xmlns:r="http://schemas.openxmlformats.org/officeDocument/2006/relationships" r:blip="">
      <dgm:adjLst/>
    </dgm:shape>
    <dgm:choose name="Name1">
      <dgm:if name="Name2" axis="ch ch" ptType="node node" func="cnt" op="equ" val="0">
        <dgm:alg type="composite">
          <dgm:param type="ar" val="0.98"/>
        </dgm:alg>
        <dgm:constrLst>
          <dgm:constr type="primFontSz" for="des" ptType="node" op="equ" val="65"/>
          <dgm:constr type="l" for="ch" forName="Parent" refType="w" fact="0"/>
          <dgm:constr type="t" for="ch" forName="Parent" refType="h" fact="0.039"/>
          <dgm:constr type="w" for="ch" forName="Parent" refType="w" fact="0.8734"/>
          <dgm:constr type="h" for="ch" forName="Parent" refType="h" fact="0.856"/>
          <dgm:constr type="l" for="ch" forName="Accent1" refType="w" fact="0.4984"/>
          <dgm:constr type="t" for="ch" forName="Accent1" refType="h" fact="0"/>
          <dgm:constr type="w" for="ch" forName="Accent1" refType="w" fact="0.0972"/>
          <dgm:constr type="h" for="ch" forName="Accent1" refType="h" fact="0.0952"/>
          <dgm:constr type="l" for="ch" forName="Accent2" refType="w" fact="0.2684"/>
          <dgm:constr type="t" for="ch" forName="Accent2" refType="h" fact="0.8314"/>
          <dgm:constr type="w" for="ch" forName="Accent2" refType="w" fact="0.0704"/>
          <dgm:constr type="h" for="ch" forName="Accent2" refType="h" fact="0.069"/>
          <dgm:constr type="l" for="ch" forName="Accent3" refType="w" fact="0.9296"/>
          <dgm:constr type="t" for="ch" forName="Accent3" refType="h" fact="0.3864"/>
          <dgm:constr type="w" for="ch" forName="Accent3" refType="w" fact="0.0704"/>
          <dgm:constr type="h" for="ch" forName="Accent3" refType="h" fact="0.069"/>
          <dgm:constr type="l" for="ch" forName="Accent4" refType="w" fact="0.5931"/>
          <dgm:constr type="t" for="ch" forName="Accent4" refType="h" fact="0.9048"/>
          <dgm:constr type="w" for="ch" forName="Accent4" refType="w" fact="0.0972"/>
          <dgm:constr type="h" for="ch" forName="Accent4" refType="h" fact="0.0952"/>
          <dgm:constr type="l" for="ch" forName="Accent5" refType="w" fact="0.2883"/>
          <dgm:constr type="t" for="ch" forName="Accent5" refType="h" fact="0.1353"/>
          <dgm:constr type="w" for="ch" forName="Accent5" refType="w" fact="0.0704"/>
          <dgm:constr type="h" for="ch" forName="Accent5" refType="h" fact="0.069"/>
          <dgm:constr type="l" for="ch" forName="Accent6" refType="w" fact="0.0666"/>
          <dgm:constr type="t" for="ch" forName="Accent6" refType="h" fact="0.53"/>
          <dgm:constr type="w" for="ch" forName="Accent6" refType="w" fact="0.0704"/>
          <dgm:constr type="h" for="ch" forName="Accent6" refType="h" fact="0.069"/>
        </dgm:constrLst>
      </dgm:if>
      <dgm:if name="Name3" axis="ch ch" ptType="node node" func="cnt" op="equ" val="1">
        <dgm:alg type="composite">
          <dgm:param type="ar" val="1.2476"/>
        </dgm:alg>
        <dgm:constrLst>
          <dgm:constr type="primFontSz" for="des" ptType="node" op="equ" val="65"/>
          <dgm:constr type="l" for="ch" forName="Parent" refType="w" fact="0.2145"/>
          <dgm:constr type="t" for="ch" forName="Parent" refType="h" fact="0.039"/>
          <dgm:constr type="w" for="ch" forName="Parent" refType="w" fact="0.6861"/>
          <dgm:constr type="h" for="ch" forName="Parent" refType="h" fact="0.856"/>
          <dgm:constr type="l" for="ch" forName="Accent8" refType="w" fact="0.0262"/>
          <dgm:constr type="t" for="ch" forName="Accent8" refType="h" fact="0.6434"/>
          <dgm:constr type="w" for="ch" forName="Accent8" refType="w" fact="0.138"/>
          <dgm:constr type="h" for="ch" forName="Accent8" refType="h" fact="0.1721"/>
          <dgm:constr type="l" for="ch" forName="Accent1" refType="w" fact="0.6059"/>
          <dgm:constr type="t" for="ch" forName="Accent1" refType="h" fact="0"/>
          <dgm:constr type="w" for="ch" forName="Accent1" refType="w" fact="0.0763"/>
          <dgm:constr type="h" for="ch" forName="Accent1" refType="h" fact="0.0952"/>
          <dgm:constr type="l" for="ch" forName="Accent2" refType="w" fact="0.4253"/>
          <dgm:constr type="t" for="ch" forName="Accent2" refType="h" fact="0.8314"/>
          <dgm:constr type="w" for="ch" forName="Accent2" refType="w" fact="0.0553"/>
          <dgm:constr type="h" for="ch" forName="Accent2" refType="h" fact="0.069"/>
          <dgm:constr type="l" for="ch" forName="Accent3" refType="w" fact="0.9447"/>
          <dgm:constr type="t" for="ch" forName="Accent3" refType="h" fact="0.3864"/>
          <dgm:constr type="w" for="ch" forName="Accent3" refType="w" fact="0.0553"/>
          <dgm:constr type="h" for="ch" forName="Accent3" refType="h" fact="0.069"/>
          <dgm:constr type="l" for="ch" forName="Child1" refType="w" fact="0"/>
          <dgm:constr type="t" for="ch" forName="Child1" refType="h" fact="0.1935"/>
          <dgm:constr type="w" for="ch" forName="Child1" refType="w" fact="0.2789"/>
          <dgm:constr type="h" for="ch" forName="Child1" refType="h" fact="0.3479"/>
          <dgm:constr type="l" for="ch" forName="Accent4" refType="w" fact="0.6803"/>
          <dgm:constr type="t" for="ch" forName="Accent4" refType="h" fact="0.9048"/>
          <dgm:constr type="w" for="ch" forName="Accent4" refType="w" fact="0.0763"/>
          <dgm:constr type="h" for="ch" forName="Accent4" refType="h" fact="0.0952"/>
          <dgm:constr type="l" for="ch" forName="Accent7" refType="w" fact="0.5287"/>
          <dgm:constr type="t" for="ch" forName="Accent7" refType="h" fact="0.1383"/>
          <dgm:constr type="w" for="ch" forName="Accent7" refType="w" fact="0.0763"/>
          <dgm:constr type="h" for="ch" forName="Accent7" refType="h" fact="0.0952"/>
          <dgm:constr type="l" for="ch" forName="Accent5" refType="w" fact="0.4409"/>
          <dgm:constr type="t" for="ch" forName="Accent5" refType="h" fact="0.1353"/>
          <dgm:constr type="w" for="ch" forName="Accent5" refType="w" fact="0.0553"/>
          <dgm:constr type="h" for="ch" forName="Accent5" refType="h" fact="0.069"/>
          <dgm:constr type="l" for="ch" forName="Accent6" refType="w" fact="0.2668"/>
          <dgm:constr type="t" for="ch" forName="Accent6" refType="h" fact="0.53"/>
          <dgm:constr type="w" for="ch" forName="Accent6" refType="w" fact="0.0553"/>
          <dgm:constr type="h" for="ch" forName="Accent6" refType="h" fact="0.069"/>
        </dgm:constrLst>
      </dgm:if>
      <dgm:if name="Name4" axis="ch ch" ptType="node node" func="cnt" op="equ" val="2">
        <dgm:alg type="composite">
          <dgm:param type="ar" val="1.592"/>
        </dgm:alg>
        <dgm:constrLst>
          <dgm:constr type="primFontSz" for="des" ptType="node" op="equ" val="65"/>
          <dgm:constr type="l" for="ch" forName="Parent" refType="w" fact="0.1886"/>
          <dgm:constr type="t" for="ch" forName="Parent" refType="h" fact="0.039"/>
          <dgm:constr type="w" for="ch" forName="Parent" refType="w" fact="0.5377"/>
          <dgm:constr type="h" for="ch" forName="Parent" refType="h" fact="0.856"/>
          <dgm:constr type="l" for="ch" forName="Accent8" refType="w" fact="0.0411"/>
          <dgm:constr type="t" for="ch" forName="Accent8" refType="h" fact="0.6434"/>
          <dgm:constr type="w" for="ch" forName="Accent8" refType="w" fact="0.1081"/>
          <dgm:constr type="h" for="ch" forName="Accent8" refType="h" fact="0.1721"/>
          <dgm:constr type="l" for="ch" forName="Accent1" refType="w" fact="0.4954"/>
          <dgm:constr type="t" for="ch" forName="Accent1" refType="h" fact="0"/>
          <dgm:constr type="w" for="ch" forName="Accent1" refType="w" fact="0.0598"/>
          <dgm:constr type="h" for="ch" forName="Accent1" refType="h" fact="0.0952"/>
          <dgm:constr type="l" for="ch" forName="Accent2" refType="w" fact="0.3538"/>
          <dgm:constr type="t" for="ch" forName="Accent2" refType="h" fact="0.8314"/>
          <dgm:constr type="w" for="ch" forName="Accent2" refType="w" fact="0.0433"/>
          <dgm:constr type="h" for="ch" forName="Accent2" refType="h" fact="0.069"/>
          <dgm:constr type="l" for="ch" forName="Accent3" refType="w" fact="0.7609"/>
          <dgm:constr type="t" for="ch" forName="Accent3" refType="h" fact="0.3864"/>
          <dgm:constr type="w" for="ch" forName="Accent3" refType="w" fact="0.0433"/>
          <dgm:constr type="h" for="ch" forName="Accent3" refType="h" fact="0.069"/>
          <dgm:constr type="l" for="ch" forName="Accent9" refType="w" fact="0.6839"/>
          <dgm:constr type="t" for="ch" forName="Accent9" refType="h" fact="0.27"/>
          <dgm:constr type="w" for="ch" forName="Accent9" refType="w" fact="0.0598"/>
          <dgm:constr type="h" for="ch" forName="Accent9" refType="h" fact="0.0952"/>
          <dgm:constr type="l" for="ch" forName="Child1" refType="w" fact="0.0206"/>
          <dgm:constr type="t" for="ch" forName="Child1" refType="h" fact="0.1935"/>
          <dgm:constr type="w" for="ch" forName="Child1" refType="w" fact="0.2186"/>
          <dgm:constr type="h" for="ch" forName="Child1" refType="h" fact="0.3479"/>
          <dgm:constr type="l" for="ch" forName="Child2" refType="w" fact="0.7814"/>
          <dgm:constr type="t" for="ch" forName="Child2" refType="h" fact="0.0298"/>
          <dgm:constr type="w" for="ch" forName="Child2" refType="w" fact="0.2186"/>
          <dgm:constr type="h" for="ch" forName="Child2" refType="h" fact="0.3479"/>
          <dgm:constr type="l" for="ch" forName="Accent10" refType="w" fact="0"/>
          <dgm:constr type="t" for="ch" forName="Accent10" refType="h" fact="0.8482"/>
          <dgm:constr type="w" for="ch" forName="Accent10" refType="w" fact="0.0433"/>
          <dgm:constr type="h" for="ch" forName="Accent10" refType="h" fact="0.069"/>
          <dgm:constr type="l" for="ch" forName="Accent11" refType="w" fact="0.4318"/>
          <dgm:constr type="t" for="ch" forName="Accent11" refType="h" fact="0.75"/>
          <dgm:constr type="w" for="ch" forName="Accent11" refType="w" fact="0.0433"/>
          <dgm:constr type="h" for="ch" forName="Accent11" refType="h" fact="0.069"/>
          <dgm:constr type="l" for="ch" forName="Accent7" refType="w" fact="0.4349"/>
          <dgm:constr type="t" for="ch" forName="Accent7" refType="h" fact="0.1383"/>
          <dgm:constr type="w" for="ch" forName="Accent7" refType="w" fact="0.0598"/>
          <dgm:constr type="h" for="ch" forName="Accent7" refType="h" fact="0.0952"/>
          <dgm:constr type="l" for="ch" forName="Accent5" refType="w" fact="0.3661"/>
          <dgm:constr type="t" for="ch" forName="Accent5" refType="h" fact="0.1353"/>
          <dgm:constr type="w" for="ch" forName="Accent5" refType="w" fact="0.0433"/>
          <dgm:constr type="h" for="ch" forName="Accent5" refType="h" fact="0.069"/>
          <dgm:constr type="l" for="ch" forName="Accent6" refType="w" fact="0.2296"/>
          <dgm:constr type="t" for="ch" forName="Accent6" refType="h" fact="0.53"/>
          <dgm:constr type="w" for="ch" forName="Accent6" refType="w" fact="0.0433"/>
          <dgm:constr type="h" for="ch" forName="Accent6" refType="h" fact="0.069"/>
          <dgm:constr type="l" for="ch" forName="Accent4" refType="w" fact="0.5537"/>
          <dgm:constr type="t" for="ch" forName="Accent4" refType="h" fact="0.9048"/>
          <dgm:constr type="w" for="ch" forName="Accent4" refType="w" fact="0.0598"/>
          <dgm:constr type="h" for="ch" forName="Accent4" refType="h" fact="0.0952"/>
        </dgm:constrLst>
      </dgm:if>
      <dgm:if name="Name5" axis="ch ch" ptType="node node" func="cnt" op="equ" val="3">
        <dgm:alg type="composite">
          <dgm:param type="ar" val="1.7557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039"/>
          <dgm:constr type="w" for="ch" forName="Parent" refType="w" fact="0.4875"/>
          <dgm:constr type="h" for="ch" forName="Parent" refType="h" fact="0.856"/>
          <dgm:constr type="l" for="ch" forName="Accent8" refType="w" fact="0.0373"/>
          <dgm:constr type="t" for="ch" forName="Accent8" refType="h" fact="0.6434"/>
          <dgm:constr type="w" for="ch" forName="Accent8" refType="w" fact="0.098"/>
          <dgm:constr type="h" for="ch" forName="Accent8" refType="h" fact="0.1721"/>
          <dgm:constr type="l" for="ch" forName="Accent1" refType="w" fact="0.4492"/>
          <dgm:constr type="t" for="ch" forName="Accent1" refType="h" fact="0"/>
          <dgm:constr type="w" for="ch" forName="Accent1" refType="w" fact="0.0542"/>
          <dgm:constr type="h" for="ch" forName="Accent1" refType="h" fact="0.0952"/>
          <dgm:constr type="l" for="ch" forName="Accent2" refType="w" fact="0.3209"/>
          <dgm:constr type="t" for="ch" forName="Accent2" refType="h" fact="0.8314"/>
          <dgm:constr type="w" for="ch" forName="Accent2" refType="w" fact="0.0393"/>
          <dgm:constr type="h" for="ch" forName="Accent2" refType="h" fact="0.069"/>
          <dgm:constr type="l" for="ch" forName="Accent3" refType="w" fact="0.6899"/>
          <dgm:constr type="t" for="ch" forName="Accent3" refType="h" fact="0.3864"/>
          <dgm:constr type="w" for="ch" forName="Accent3" refType="w" fact="0.0393"/>
          <dgm:constr type="h" for="ch" forName="Accent3" refType="h" fact="0.069"/>
          <dgm:constr type="l" for="ch" forName="Accent9" refType="w" fact="0.6201"/>
          <dgm:constr type="t" for="ch" forName="Accent9" refType="h" fact="0.27"/>
          <dgm:constr type="w" for="ch" forName="Accent9" refType="w" fact="0.0542"/>
          <dgm:constr type="h" for="ch" forName="Accent9" refType="h" fact="0.0952"/>
          <dgm:constr type="l" for="ch" forName="Child1" refType="w" fact="0.0186"/>
          <dgm:constr type="t" for="ch" forName="Child1" refType="h" fact="0.1935"/>
          <dgm:constr type="w" for="ch" forName="Child1" refType="w" fact="0.1982"/>
          <dgm:constr type="h" for="ch" forName="Child1" refType="h" fact="0.3479"/>
          <dgm:constr type="l" for="ch" forName="Child2" refType="w" fact="0.7086"/>
          <dgm:constr type="t" for="ch" forName="Child2" refType="h" fact="0.0298"/>
          <dgm:constr type="w" for="ch" forName="Child2" refType="w" fact="0.1982"/>
          <dgm:constr type="h" for="ch" forName="Child2" refType="h" fact="0.3479"/>
          <dgm:constr type="l" for="ch" forName="Child3" refType="w" fact="0.8018"/>
          <dgm:constr type="t" for="ch" forName="Child3" refType="h" fact="0.6312"/>
          <dgm:constr type="w" for="ch" forName="Child3" refType="w" fact="0.1982"/>
          <dgm:constr type="h" for="ch" forName="Child3" refType="h" fact="0.3479"/>
          <dgm:constr type="l" for="ch" forName="Accent12" refType="w" fact="0.7459"/>
          <dgm:constr type="t" for="ch" forName="Accent12" refType="h" fact="0.619"/>
          <dgm:constr type="w" for="ch" forName="Accent12" refType="w" fact="0.0393"/>
          <dgm:constr type="h" for="ch" forName="Accent12" refType="h" fact="0.069"/>
          <dgm:constr type="l" for="ch" forName="Accent4" refType="w" fact="0.5021"/>
          <dgm:constr type="t" for="ch" forName="Accent4" refType="h" fact="0.9048"/>
          <dgm:constr type="w" for="ch" forName="Accent4" refType="w" fact="0.0542"/>
          <dgm:constr type="h" for="ch" forName="Accent4" refType="h" fact="0.0952"/>
          <dgm:constr type="l" for="ch" forName="Accent10" refType="w" fact="0"/>
          <dgm:constr type="t" for="ch" forName="Accent10" refType="h" fact="0.8482"/>
          <dgm:constr type="w" for="ch" forName="Accent10" refType="w" fact="0.0393"/>
          <dgm:constr type="h" for="ch" forName="Accent10" refType="h" fact="0.069"/>
          <dgm:constr type="l" for="ch" forName="Accent11" refType="w" fact="0.3916"/>
          <dgm:constr type="t" for="ch" forName="Accent11" refType="h" fact="0.75"/>
          <dgm:constr type="w" for="ch" forName="Accent11" refType="w" fact="0.0393"/>
          <dgm:constr type="h" for="ch" forName="Accent11" refType="h" fact="0.069"/>
          <dgm:constr type="l" for="ch" forName="Accent7" refType="w" fact="0.3944"/>
          <dgm:constr type="t" for="ch" forName="Accent7" refType="h" fact="0.1383"/>
          <dgm:constr type="w" for="ch" forName="Accent7" refType="w" fact="0.0542"/>
          <dgm:constr type="h" for="ch" forName="Accent7" refType="h" fact="0.0952"/>
          <dgm:constr type="l" for="ch" forName="Accent5" refType="w" fact="0.3319"/>
          <dgm:constr type="t" for="ch" forName="Accent5" refType="h" fact="0.1353"/>
          <dgm:constr type="w" for="ch" forName="Accent5" refType="w" fact="0.0393"/>
          <dgm:constr type="h" for="ch" forName="Accent5" refType="h" fact="0.069"/>
          <dgm:constr type="l" for="ch" forName="Accent6" refType="w" fact="0.2082"/>
          <dgm:constr type="t" for="ch" forName="Accent6" refType="h" fact="0.53"/>
          <dgm:constr type="w" for="ch" forName="Accent6" refType="w" fact="0.0393"/>
          <dgm:constr type="h" for="ch" forName="Accent6" refType="h" fact="0.069"/>
        </dgm:constrLst>
      </dgm:if>
      <dgm:if name="Name6" axis="ch ch" ptType="node node" func="cnt" op="equ" val="4">
        <dgm:alg type="composite">
          <dgm:param type="ar" val="1.3749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0306"/>
          <dgm:constr type="w" for="ch" forName="Parent" refType="w" fact="0.4875"/>
          <dgm:constr type="h" for="ch" forName="Parent" refType="h" fact="0.6703"/>
          <dgm:constr type="l" for="ch" forName="Accent8" refType="w" fact="0.0373"/>
          <dgm:constr type="t" for="ch" forName="Accent8" refType="h" fact="0.5038"/>
          <dgm:constr type="w" for="ch" forName="Accent8" refType="w" fact="0.098"/>
          <dgm:constr type="h" for="ch" forName="Accent8" refType="h" fact="0.1348"/>
          <dgm:constr type="l" for="ch" forName="Accent1" refType="w" fact="0.4492"/>
          <dgm:constr type="t" for="ch" forName="Accent1" refType="h" fact="0"/>
          <dgm:constr type="w" for="ch" forName="Accent1" refType="w" fact="0.0542"/>
          <dgm:constr type="h" for="ch" forName="Accent1" refType="h" fact="0.0746"/>
          <dgm:constr type="l" for="ch" forName="Accent2" refType="w" fact="0.3209"/>
          <dgm:constr type="t" for="ch" forName="Accent2" refType="h" fact="0.6511"/>
          <dgm:constr type="w" for="ch" forName="Accent2" refType="w" fact="0.0393"/>
          <dgm:constr type="h" for="ch" forName="Accent2" refType="h" fact="0.054"/>
          <dgm:constr type="l" for="ch" forName="Accent3" refType="w" fact="0.6899"/>
          <dgm:constr type="t" for="ch" forName="Accent3" refType="h" fact="0.3026"/>
          <dgm:constr type="w" for="ch" forName="Accent3" refType="w" fact="0.0393"/>
          <dgm:constr type="h" for="ch" forName="Accent3" refType="h" fact="0.054"/>
          <dgm:constr type="l" for="ch" forName="Accent9" refType="w" fact="0.6201"/>
          <dgm:constr type="t" for="ch" forName="Accent9" refType="h" fact="0.2115"/>
          <dgm:constr type="w" for="ch" forName="Accent9" refType="w" fact="0.0542"/>
          <dgm:constr type="h" for="ch" forName="Accent9" refType="h" fact="0.0746"/>
          <dgm:constr type="l" for="ch" forName="Child1" refType="w" fact="0.0186"/>
          <dgm:constr type="t" for="ch" forName="Child1" refType="h" fact="0.1515"/>
          <dgm:constr type="w" for="ch" forName="Child1" refType="w" fact="0.1982"/>
          <dgm:constr type="h" for="ch" forName="Child1" refType="h" fact="0.2725"/>
          <dgm:constr type="l" for="ch" forName="Child2" refType="w" fact="0.7086"/>
          <dgm:constr type="t" for="ch" forName="Child2" refType="h" fact="0.0233"/>
          <dgm:constr type="w" for="ch" forName="Child2" refType="w" fact="0.1982"/>
          <dgm:constr type="h" for="ch" forName="Child2" refType="h" fact="0.2725"/>
          <dgm:constr type="l" for="ch" forName="Child3" refType="w" fact="0.8018"/>
          <dgm:constr type="t" for="ch" forName="Child3" refType="h" fact="0.4943"/>
          <dgm:constr type="w" for="ch" forName="Child3" refType="w" fact="0.1982"/>
          <dgm:constr type="h" for="ch" forName="Child3" refType="h" fact="0.2725"/>
          <dgm:constr type="l" for="ch" forName="Accent12" refType="w" fact="0.7459"/>
          <dgm:constr type="t" for="ch" forName="Accent12" refType="h" fact="0.4848"/>
          <dgm:constr type="w" for="ch" forName="Accent12" refType="w" fact="0.0393"/>
          <dgm:constr type="h" for="ch" forName="Accent12" refType="h" fact="0.054"/>
          <dgm:constr type="l" for="ch" forName="Accent4" refType="w" fact="0.5021"/>
          <dgm:constr type="t" for="ch" forName="Accent4" refType="h" fact="0.7085"/>
          <dgm:constr type="w" for="ch" forName="Accent4" refType="w" fact="0.0542"/>
          <dgm:constr type="h" for="ch" forName="Accent4" refType="h" fact="0.0746"/>
          <dgm:constr type="l" for="ch" forName="Accent10" refType="w" fact="0"/>
          <dgm:constr type="t" for="ch" forName="Accent10" refType="h" fact="0.6642"/>
          <dgm:constr type="w" for="ch" forName="Accent10" refType="w" fact="0.0393"/>
          <dgm:constr type="h" for="ch" forName="Accent10" refType="h" fact="0.054"/>
          <dgm:constr type="l" for="ch" forName="Accent11" refType="w" fact="0.3916"/>
          <dgm:constr type="t" for="ch" forName="Accent11" refType="h" fact="0.5873"/>
          <dgm:constr type="w" for="ch" forName="Accent11" refType="w" fact="0.0393"/>
          <dgm:constr type="h" for="ch" forName="Accent11" refType="h" fact="0.054"/>
          <dgm:constr type="l" for="ch" forName="Accent7" refType="w" fact="0.3944"/>
          <dgm:constr type="t" for="ch" forName="Accent7" refType="h" fact="0.1083"/>
          <dgm:constr type="w" for="ch" forName="Accent7" refType="w" fact="0.0542"/>
          <dgm:constr type="h" for="ch" forName="Accent7" refType="h" fact="0.0746"/>
          <dgm:constr type="l" for="ch" forName="Accent5" refType="w" fact="0.3319"/>
          <dgm:constr type="t" for="ch" forName="Accent5" refType="h" fact="0.1059"/>
          <dgm:constr type="w" for="ch" forName="Accent5" refType="w" fact="0.0393"/>
          <dgm:constr type="h" for="ch" forName="Accent5" refType="h" fact="0.054"/>
          <dgm:constr type="l" for="ch" forName="Accent6" refType="w" fact="0.2082"/>
          <dgm:constr type="t" for="ch" forName="Accent6" refType="h" fact="0.4151"/>
          <dgm:constr type="w" for="ch" forName="Accent6" refType="w" fact="0.0393"/>
          <dgm:constr type="h" for="ch" forName="Accent6" refType="h" fact="0.054"/>
          <dgm:constr type="l" for="ch" forName="Child4" refType="w" fact="0.2329"/>
          <dgm:constr type="t" for="ch" forName="Child4" refType="h" fact="0.7275"/>
          <dgm:constr type="w" for="ch" forName="Child4" refType="w" fact="0.1982"/>
          <dgm:constr type="h" for="ch" forName="Child4" refType="h" fact="0.2725"/>
          <dgm:constr type="l" for="ch" forName="Accent13" refType="w" fact="0.4099"/>
          <dgm:constr type="t" for="ch" forName="Accent13" refType="h" fact="0.7183"/>
          <dgm:constr type="w" for="ch" forName="Accent13" refType="w" fact="0.0393"/>
          <dgm:constr type="h" for="ch" forName="Accent13" refType="h" fact="0.054"/>
        </dgm:constrLst>
      </dgm:if>
      <dgm:else name="Name7">
        <dgm:alg type="composite">
          <dgm:param type="ar" val="1.1477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1907"/>
          <dgm:constr type="w" for="ch" forName="Parent" refType="w" fact="0.4875"/>
          <dgm:constr type="h" for="ch" forName="Parent" refType="h" fact="0.5596"/>
          <dgm:constr type="l" for="ch" forName="Accent8" refType="w" fact="0.0373"/>
          <dgm:constr type="t" for="ch" forName="Accent8" refType="h" fact="0.5858"/>
          <dgm:constr type="w" for="ch" forName="Accent8" refType="w" fact="0.098"/>
          <dgm:constr type="h" for="ch" forName="Accent8" refType="h" fact="0.1125"/>
          <dgm:constr type="l" for="ch" forName="Accent1" refType="w" fact="0.4492"/>
          <dgm:constr type="t" for="ch" forName="Accent1" refType="h" fact="0.1652"/>
          <dgm:constr type="w" for="ch" forName="Accent1" refType="w" fact="0.0542"/>
          <dgm:constr type="h" for="ch" forName="Accent1" refType="h" fact="0.0623"/>
          <dgm:constr type="l" for="ch" forName="Accent2" refType="w" fact="0.3209"/>
          <dgm:constr type="t" for="ch" forName="Accent2" refType="h" fact="0.7087"/>
          <dgm:constr type="w" for="ch" forName="Accent2" refType="w" fact="0.0393"/>
          <dgm:constr type="h" for="ch" forName="Accent2" refType="h" fact="0.0451"/>
          <dgm:constr type="l" for="ch" forName="Accent3" refType="w" fact="0.6899"/>
          <dgm:constr type="t" for="ch" forName="Accent3" refType="h" fact="0.4178"/>
          <dgm:constr type="w" for="ch" forName="Accent3" refType="w" fact="0.0393"/>
          <dgm:constr type="h" for="ch" forName="Accent3" refType="h" fact="0.0451"/>
          <dgm:constr type="l" for="ch" forName="Accent9" refType="w" fact="0.6201"/>
          <dgm:constr type="t" for="ch" forName="Accent9" refType="h" fact="0.3417"/>
          <dgm:constr type="w" for="ch" forName="Accent9" refType="w" fact="0.0542"/>
          <dgm:constr type="h" for="ch" forName="Accent9" refType="h" fact="0.0623"/>
          <dgm:constr type="l" for="ch" forName="Child1" refType="w" fact="0.0186"/>
          <dgm:constr type="t" for="ch" forName="Child1" refType="h" fact="0.2917"/>
          <dgm:constr type="w" for="ch" forName="Child1" refType="w" fact="0.1982"/>
          <dgm:constr type="h" for="ch" forName="Child1" refType="h" fact="0.2275"/>
          <dgm:constr type="l" for="ch" forName="Child2" refType="w" fact="0.7086"/>
          <dgm:constr type="t" for="ch" forName="Child2" refType="h" fact="0.1847"/>
          <dgm:constr type="w" for="ch" forName="Child2" refType="w" fact="0.1982"/>
          <dgm:constr type="h" for="ch" forName="Child2" refType="h" fact="0.2275"/>
          <dgm:constr type="l" for="ch" forName="Child3" refType="w" fact="0.8018"/>
          <dgm:constr type="t" for="ch" forName="Child3" refType="h" fact="0.5778"/>
          <dgm:constr type="w" for="ch" forName="Child3" refType="w" fact="0.1982"/>
          <dgm:constr type="h" for="ch" forName="Child3" refType="h" fact="0.2275"/>
          <dgm:constr type="l" for="ch" forName="Accent12" refType="w" fact="0.7459"/>
          <dgm:constr type="t" for="ch" forName="Accent12" refType="h" fact="0.5699"/>
          <dgm:constr type="w" for="ch" forName="Accent12" refType="w" fact="0.0393"/>
          <dgm:constr type="h" for="ch" forName="Accent12" refType="h" fact="0.0451"/>
          <dgm:constr type="l" for="ch" forName="Accent4" refType="w" fact="0.5021"/>
          <dgm:constr type="t" for="ch" forName="Accent4" refType="h" fact="0.7567"/>
          <dgm:constr type="w" for="ch" forName="Accent4" refType="w" fact="0.0542"/>
          <dgm:constr type="h" for="ch" forName="Accent4" refType="h" fact="0.0623"/>
          <dgm:constr type="l" for="ch" forName="Accent10" refType="w" fact="0"/>
          <dgm:constr type="t" for="ch" forName="Accent10" refType="h" fact="0.7197"/>
          <dgm:constr type="w" for="ch" forName="Accent10" refType="w" fact="0.0393"/>
          <dgm:constr type="h" for="ch" forName="Accent10" refType="h" fact="0.0451"/>
          <dgm:constr type="l" for="ch" forName="Accent11" refType="w" fact="0.3916"/>
          <dgm:constr type="t" for="ch" forName="Accent11" refType="h" fact="0.6555"/>
          <dgm:constr type="w" for="ch" forName="Accent11" refType="w" fact="0.0393"/>
          <dgm:constr type="h" for="ch" forName="Accent11" refType="h" fact="0.0451"/>
          <dgm:constr type="l" for="ch" forName="Accent7" refType="w" fact="0.3944"/>
          <dgm:constr type="t" for="ch" forName="Accent7" refType="h" fact="0.2556"/>
          <dgm:constr type="w" for="ch" forName="Accent7" refType="w" fact="0.0542"/>
          <dgm:constr type="h" for="ch" forName="Accent7" refType="h" fact="0.0623"/>
          <dgm:constr type="l" for="ch" forName="Accent5" refType="w" fact="0.3319"/>
          <dgm:constr type="t" for="ch" forName="Accent5" refType="h" fact="0.2536"/>
          <dgm:constr type="w" for="ch" forName="Accent5" refType="w" fact="0.0393"/>
          <dgm:constr type="h" for="ch" forName="Accent5" refType="h" fact="0.0451"/>
          <dgm:constr type="l" for="ch" forName="Accent6" refType="w" fact="0.2082"/>
          <dgm:constr type="t" for="ch" forName="Accent6" refType="h" fact="0.5117"/>
          <dgm:constr type="w" for="ch" forName="Accent6" refType="w" fact="0.0393"/>
          <dgm:constr type="h" for="ch" forName="Accent6" refType="h" fact="0.0451"/>
          <dgm:constr type="l" for="ch" forName="Child5" refType="w" fact="0.4219"/>
          <dgm:constr type="t" for="ch" forName="Child5" refType="h" fact="0"/>
          <dgm:constr type="w" for="ch" forName="Child5" refType="w" fact="0.1982"/>
          <dgm:constr type="h" for="ch" forName="Child5" refType="h" fact="0.2275"/>
          <dgm:constr type="l" for="ch" forName="Child4" refType="w" fact="0.2329"/>
          <dgm:constr type="t" for="ch" forName="Child4" refType="h" fact="0.7725"/>
          <dgm:constr type="w" for="ch" forName="Child4" refType="w" fact="0.1982"/>
          <dgm:constr type="h" for="ch" forName="Child4" refType="h" fact="0.2275"/>
          <dgm:constr type="l" for="ch" forName="Accent15" refType="w" fact="0.1775"/>
          <dgm:constr type="t" for="ch" forName="Accent15" refType="h" fact="0.2466"/>
          <dgm:constr type="w" for="ch" forName="Accent15" refType="w" fact="0.0393"/>
          <dgm:constr type="h" for="ch" forName="Accent15" refType="h" fact="0.0451"/>
          <dgm:constr type="l" for="ch" forName="Accent16" refType="w" fact="0.6351"/>
          <dgm:constr type="t" for="ch" forName="Accent16" refType="h" fact="0.056"/>
          <dgm:constr type="w" for="ch" forName="Accent16" refType="w" fact="0.0393"/>
          <dgm:constr type="h" for="ch" forName="Accent16" refType="h" fact="0.0451"/>
          <dgm:constr type="l" for="ch" forName="Accent13" refType="w" fact="0.4099"/>
          <dgm:constr type="t" for="ch" forName="Accent13" refType="h" fact="0.7648"/>
          <dgm:constr type="w" for="ch" forName="Accent13" refType="w" fact="0.0393"/>
          <dgm:constr type="h" for="ch" forName="Accent13" refType="h" fact="0.0451"/>
        </dgm:constrLst>
      </dgm:else>
    </dgm:choose>
    <dgm:forEach name="wrapper" axis="self" ptType="parTrans">
      <dgm:forEach name="accentRepeat1" axis="self">
        <dgm:layoutNode name="AccentHold1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accentRepeat2" axis="self">
        <dgm:layoutNode name="AccentHold2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accentRepeat3" axis="self">
        <dgm:layoutNode name="AccentHold3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forEach>
    <dgm:forEach name="Name8" axis="ch" ptType="node" cnt="1">
      <dgm:layoutNode name="Parent" styleLbl="node0">
        <dgm:varLst>
          <dgm:chMax val="5"/>
          <dgm:chPref val="5"/>
        </dgm:varLst>
        <dgm:alg type="tx"/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choose name="Name9">
        <dgm:if name="Name10" axis="ch" ptType="node" func="cnt" op="lte" val="4">
          <dgm:layoutNode name="Accent1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</dgm:layoutNode>
        </dgm:if>
        <dgm:else name="Name11"/>
      </dgm:choose>
      <dgm:layoutNode name="Accent2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3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4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5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6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</dgm:forEach>
    <dgm:forEach name="Name12" axis="ch ch" ptType="node node" st="1 1" cnt="1 1">
      <dgm:layoutNode name="Child1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3" ref="accentRepeat1"/>
      </dgm:layoutNode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14" ref="accentRepeat2"/>
      </dgm:layoutNode>
    </dgm:forEach>
    <dgm:forEach name="Name15" axis="ch ch" ptType="node node" st="1 2" cnt="1 1">
      <dgm:layoutNode name="Child2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16" ref="accentRepeat1"/>
      </dgm:layoutNode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17" ref="accentRepeat2"/>
      </dgm:layoutNode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18" ref="accentRepeat3"/>
      </dgm:layoutNode>
    </dgm:forEach>
    <dgm:forEach name="Name19" axis="ch ch" ptType="node node" st="1 3" cnt="1 1">
      <dgm:layoutNode name="Child3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2">
        <dgm:alg type="sp"/>
        <dgm:shape xmlns:r="http://schemas.openxmlformats.org/officeDocument/2006/relationships" r:blip="">
          <dgm:adjLst/>
        </dgm:shape>
        <dgm:presOf/>
        <dgm:constrLst/>
        <dgm:forEach name="Name20" ref="accentRepeat1"/>
      </dgm:layoutNode>
    </dgm:forEach>
    <dgm:forEach name="Name21" axis="ch ch" ptType="node node" st="1 4" cnt="1 1">
      <dgm:layoutNode name="Child4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3">
        <dgm:alg type="sp"/>
        <dgm:shape xmlns:r="http://schemas.openxmlformats.org/officeDocument/2006/relationships" r:blip="">
          <dgm:adjLst/>
        </dgm:shape>
        <dgm:presOf/>
        <dgm:constrLst/>
        <dgm:forEach name="Name22" ref="accentRepeat1"/>
      </dgm:layoutNode>
    </dgm:forEach>
    <dgm:forEach name="Name23" axis="ch ch" ptType="node node" st="1 5" cnt="1 1">
      <dgm:layoutNode name="Child5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5">
        <dgm:alg type="sp"/>
        <dgm:shape xmlns:r="http://schemas.openxmlformats.org/officeDocument/2006/relationships" r:blip="">
          <dgm:adjLst/>
        </dgm:shape>
        <dgm:presOf/>
        <dgm:constrLst/>
        <dgm:forEach name="Name24" ref="accentRepeat2"/>
      </dgm:layoutNode>
      <dgm:layoutNode name="Accent16">
        <dgm:alg type="sp"/>
        <dgm:shape xmlns:r="http://schemas.openxmlformats.org/officeDocument/2006/relationships" r:blip="">
          <dgm:adjLst/>
        </dgm:shape>
        <dgm:presOf/>
        <dgm:constrLst/>
        <dgm:forEach name="Name25" ref="accentRepeat3"/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IncreasingCircleProcess">
  <dgm:title val=""/>
  <dgm:desc val=""/>
  <dgm:catLst>
    <dgm:cat type="list" pri="8300"/>
    <dgm:cat type="process" pri="43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  <dgm:param type="horzAlign" val="ctr"/>
          <dgm:param type="vertAlign" val="t"/>
        </dgm:alg>
      </dgm:if>
      <dgm:else name="Name3">
        <dgm:alg type="lin">
          <dgm:param type="linDir" val="fromR"/>
          <dgm:param type="horzAlign" val="ctr"/>
          <dgm:param type="vertAlign" val="t"/>
        </dgm:alg>
      </dgm:else>
    </dgm:choose>
    <dgm:shape xmlns:r="http://schemas.openxmlformats.org/officeDocument/2006/relationships" r:blip="">
      <dgm:adjLst/>
    </dgm:shape>
    <dgm:constrLst>
      <dgm:constr type="primFontSz" for="des" forName="Child" val="65"/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h" refFor="ch" refForName="composite" op="equ" fact="0.04"/>
    </dgm:constrLst>
    <dgm:forEach name="nodesForEach" axis="ch" ptType="node" cnt="7">
      <dgm:layoutNode name="composite">
        <dgm:alg type="composite">
          <dgm:param type="ar" val="0.8"/>
        </dgm:alg>
        <dgm:choose name="Name4">
          <dgm:if name="Name5" func="var" arg="dir" op="equ" val="norm">
            <dgm:constrLst>
              <dgm:constr type="l" for="ch" forName="Child" refType="w" fact="0.29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l" for="ch" forName="Parent" refType="w" fact="0.29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l" for="ch" forName="BackAccent" refType="w" fact="0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l" for="ch" forName="Accent" refType="w" fact="0.024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if>
          <dgm:else name="Name6">
            <dgm:constrLst>
              <dgm:constr type="r" for="ch" forName="Child" refType="w" fact="0.71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r" for="ch" forName="Parent" refType="w" fact="0.71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r" for="ch" forName="BackAccent" refType="w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r" for="ch" forName="Accent" refType="w" fact="0.976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else>
        </dgm:choose>
        <dgm:layoutNode name="BackAccent" styleLbl="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ccent" styleLbl="alignNode1">
          <dgm:alg type="sp"/>
          <dgm:choose name="Name7">
            <dgm:if name="Name8" axis="precedSib" ptType="node" func="cnt" op="equ" val="0">
              <dgm:choose name="Name9">
                <dgm:if name="Name1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11" axis="followSib" ptType="node" func="cnt" op="equ" val="1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12" axis="followSib" ptType="node" func="cnt" op="equ" val="2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if name="Name13" axis="followSib" ptType="node" func="cnt" op="equ" val="3">
                  <dgm:shape xmlns:r="http://schemas.openxmlformats.org/officeDocument/2006/relationships" type="chord" r:blip="">
                    <dgm:adjLst>
                      <dgm:adj idx="1" val="30"/>
                      <dgm:adj idx="2" val="150"/>
                    </dgm:adjLst>
                  </dgm:shape>
                </dgm:if>
                <dgm:if name="Name14" axis="followSib" ptType="node" func="cnt" op="equ" val="4">
                  <dgm:shape xmlns:r="http://schemas.openxmlformats.org/officeDocument/2006/relationships" type="chord" r:blip="">
                    <dgm:adjLst>
                      <dgm:adj idx="1" val="38.8699"/>
                      <dgm:adj idx="2" val="143.1301"/>
                    </dgm:adjLst>
                  </dgm:shape>
                </dgm:if>
                <dgm:if name="Name15" axis="followSib" ptType="node" func="cnt" op="equ" val="5">
                  <dgm:shape xmlns:r="http://schemas.openxmlformats.org/officeDocument/2006/relationships" type="chord" r:blip="">
                    <dgm:adjLst>
                      <dgm:adj idx="1" val="41.8103"/>
                      <dgm:adj idx="2" val="138.1897"/>
                    </dgm:adjLst>
                  </dgm:shape>
                </dgm:if>
                <dgm:else name="Name16">
                  <dgm:shape xmlns:r="http://schemas.openxmlformats.org/officeDocument/2006/relationships" type="chord" r:blip="">
                    <dgm:adjLst>
                      <dgm:adj idx="1" val="45.5847"/>
                      <dgm:adj idx="2" val="134.4153"/>
                    </dgm:adjLst>
                  </dgm:shape>
                </dgm:else>
              </dgm:choose>
            </dgm:if>
            <dgm:if name="Name17" axis="precedSib" ptType="node" func="cnt" op="equ" val="1">
              <dgm:choose name="Name18">
                <dgm:if name="Name19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0" axis="followSib" ptType="node" func="cnt" op="equ" val="1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if name="Name21" axis="followSib" ptType="node" func="cnt" op="equ" val="2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22" axis="followSib" ptType="node" func="cnt" op="equ" val="3">
                  <dgm:shape xmlns:r="http://schemas.openxmlformats.org/officeDocument/2006/relationships" type="chord" r:blip="">
                    <dgm:adjLst>
                      <dgm:adj idx="1" val="11.537"/>
                      <dgm:adj idx="2" val="168.463"/>
                    </dgm:adjLst>
                  </dgm:shape>
                </dgm:if>
                <dgm:if name="Name23" axis="followSib" ptType="node" func="cnt" op="equ" val="4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else name="Name24">
                  <dgm:shape xmlns:r="http://schemas.openxmlformats.org/officeDocument/2006/relationships" type="chord" r:blip="">
                    <dgm:adjLst>
                      <dgm:adj idx="1" val="25.3769"/>
                      <dgm:adj idx="2" val="154.6231"/>
                    </dgm:adjLst>
                  </dgm:shape>
                </dgm:else>
              </dgm:choose>
            </dgm:if>
            <dgm:if name="Name25" axis="precedSib" ptType="node" func="cnt" op="equ" val="2">
              <dgm:choose name="Name26">
                <dgm:if name="Name27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8" axis="followSib" ptType="node" func="cnt" op="equ" val="1">
                  <dgm:shape xmlns:r="http://schemas.openxmlformats.org/officeDocument/2006/relationships" type="chord" r:blip="">
                    <dgm:adjLst>
                      <dgm:adj idx="1" val="-30"/>
                      <dgm:adj idx="2" val="-150"/>
                    </dgm:adjLst>
                  </dgm:shape>
                </dgm:if>
                <dgm:if name="Name29" axis="followSib" ptType="node" func="cnt" op="equ" val="2">
                  <dgm:shape xmlns:r="http://schemas.openxmlformats.org/officeDocument/2006/relationships" type="chord" r:blip="">
                    <dgm:adjLst>
                      <dgm:adj idx="1" val="-11.537"/>
                      <dgm:adj idx="2" val="-168.463"/>
                    </dgm:adjLst>
                  </dgm:shape>
                </dgm:if>
                <dgm:if name="Name30" axis="followSib" ptType="node" func="cnt" op="equ" val="3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else name="Name31">
                  <dgm:shape xmlns:r="http://schemas.openxmlformats.org/officeDocument/2006/relationships" type="chord" r:blip="">
                    <dgm:adjLst>
                      <dgm:adj idx="1" val="8.2133"/>
                      <dgm:adj idx="2" val="171.7867"/>
                    </dgm:adjLst>
                  </dgm:shape>
                </dgm:else>
              </dgm:choose>
            </dgm:if>
            <dgm:if name="Name32" axis="precedSib" ptType="node" func="cnt" op="equ" val="3">
              <dgm:choose name="Name33">
                <dgm:if name="Name34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35" axis="followSib" ptType="node" func="cnt" op="equ" val="1">
                  <dgm:shape xmlns:r="http://schemas.openxmlformats.org/officeDocument/2006/relationships" type="chord" r:blip="">
                    <dgm:adjLst>
                      <dgm:adj idx="1" val="-38.8699"/>
                      <dgm:adj idx="2" val="-143.1301"/>
                    </dgm:adjLst>
                  </dgm:shape>
                </dgm:if>
                <dgm:if name="Name36" axis="followSib" ptType="node" func="cnt" op="equ" val="2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else name="Name37">
                  <dgm:shape xmlns:r="http://schemas.openxmlformats.org/officeDocument/2006/relationships" type="chord" r:blip="">
                    <dgm:adjLst>
                      <dgm:adj idx="1" val="-8.2133"/>
                      <dgm:adj idx="2" val="-171.7867"/>
                    </dgm:adjLst>
                  </dgm:shape>
                </dgm:else>
              </dgm:choose>
            </dgm:if>
            <dgm:if name="Name38" axis="precedSib" ptType="node" func="cnt" op="equ" val="4">
              <dgm:choose name="Name39">
                <dgm:if name="Name4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41" axis="followSib" ptType="node" func="cnt" op="equ" val="1">
                  <dgm:shape xmlns:r="http://schemas.openxmlformats.org/officeDocument/2006/relationships" type="chord" r:blip="">
                    <dgm:adjLst>
                      <dgm:adj idx="1" val="-41.8103"/>
                      <dgm:adj idx="2" val="-138.1897"/>
                    </dgm:adjLst>
                  </dgm:shape>
                </dgm:if>
                <dgm:else name="Name42">
                  <dgm:shape xmlns:r="http://schemas.openxmlformats.org/officeDocument/2006/relationships" type="chord" r:blip="">
                    <dgm:adjLst>
                      <dgm:adj idx="1" val="-25.3769"/>
                      <dgm:adj idx="2" val="-154.6231"/>
                    </dgm:adjLst>
                  </dgm:shape>
                </dgm:else>
              </dgm:choose>
            </dgm:if>
            <dgm:if name="Name43" axis="precedSib" ptType="node" func="cnt" op="equ" val="5">
              <dgm:choose name="Name44">
                <dgm:if name="Name45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else name="Name46">
                  <dgm:shape xmlns:r="http://schemas.openxmlformats.org/officeDocument/2006/relationships" type="chord" r:blip="">
                    <dgm:adjLst>
                      <dgm:adj idx="1" val="-45.5847"/>
                      <dgm:adj idx="2" val="-134.4153"/>
                    </dgm:adjLst>
                  </dgm:shape>
                </dgm:else>
              </dgm:choose>
            </dgm:if>
            <dgm:else name="Name47">
              <dgm:shape xmlns:r="http://schemas.openxmlformats.org/officeDocument/2006/relationships" type="chord" r:blip="">
                <dgm:adjLst>
                  <dgm:adj idx="1" val="-90"/>
                  <dgm:adj idx="2" val="-90"/>
                </dgm:adjLst>
              </dgm:shape>
            </dgm:else>
          </dgm:choose>
          <dgm:presOf/>
        </dgm:layoutNode>
        <dgm:layoutNode name="Child" styleLbl="revTx">
          <dgm:varLst>
            <dgm:chMax val="0"/>
            <dgm:chPref val="0"/>
            <dgm:bulletEnabled val="1"/>
          </dgm:varLst>
          <dgm:choose name="Name48">
            <dgm:if name="Name49" func="var" arg="dir" op="equ" val="norm">
              <dgm:alg type="tx">
                <dgm:param type="parTxLTRAlign" val="l"/>
                <dgm:param type="parTxRTLAlign" val="l"/>
                <dgm:param type="txAnchorVert" val="t"/>
              </dgm:alg>
            </dgm:if>
            <dgm:else name="Name50">
              <dgm:alg type="tx">
                <dgm:param type="parTxLTRAlign" val="r"/>
                <dgm:param type="parTxRTLAlign" val="r"/>
                <dgm:param type="txAnchorVert" val="t"/>
              </dgm:alg>
            </dgm:else>
          </dgm:choose>
          <dgm:choose name="Name51">
            <dgm:if name="Name52" axis="ch" ptType="node" func="cnt" op="gte" val="1">
              <dgm:shape xmlns:r="http://schemas.openxmlformats.org/officeDocument/2006/relationships" type="rect" r:blip="">
                <dgm:adjLst/>
              </dgm:shape>
            </dgm:if>
            <dgm:else name="Name53">
              <dgm:shape xmlns:r="http://schemas.openxmlformats.org/officeDocument/2006/relationships" type="rect" r:blip="" hideGeom="1">
                <dgm:adjLst/>
              </dgm:shape>
            </dgm:else>
          </dgm:choose>
          <dgm:choose name="Name54">
            <dgm:if name="Name55" axis="ch" ptType="node" func="cnt" op="gte" val="1">
              <dgm:presOf axis="des" ptType="node"/>
            </dgm:if>
            <dgm:else name="Name56">
              <dgm:presOf/>
            </dgm:else>
          </dgm:choose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Parent" styleLbl="revTx">
          <dgm:varLst>
            <dgm:chMax val="1"/>
            <dgm:chPref val="1"/>
            <dgm:bulletEnabled val="1"/>
          </dgm:varLst>
          <dgm:choose name="Name57">
            <dgm:if name="Name58" func="var" arg="dir" op="equ" val="norm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txAnchorVertCh" val="b"/>
              </dgm:alg>
            </dgm:if>
            <dgm:else name="Name59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txAnchorVertCh" val="b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87649-BEE1-FFC3-F0E0-7358D52BE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00DC0F-DB1A-8B77-FBDF-952210063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35C4D-B20D-171A-9C91-9EB17A6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930CD-3585-9803-8CB4-67612E844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D54883-7AAB-0025-152C-E7BDFCA69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10EEC-D155-E339-CBCC-0E783B06D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3E80F-CD45-C2C1-0226-1F13F1E68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A6ED6-0D65-8000-BEEE-19AA6D1FE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D15A0-F17B-B51F-C815-A24BA16A5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AD5F5-09D9-1948-11E0-913A7FCC8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49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27348-FA76-800B-9EE4-62DEFC810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3EB33-6EF5-B9F9-7874-BF132E22C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8ABE3-508C-976A-880F-DC2362BB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E9E25-049B-50E2-E7B0-FE87A27B3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7E4E2B-8B79-811B-5420-975DD2C41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722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84C5-8DA2-CC7C-848A-6C2624A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6728E-73F1-4980-AA64-90CD22A034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216BF0-2CA9-87BE-E635-EF8D62131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F4E02C-C7B6-F5D6-7A61-6D12FD23A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D98E5-D737-9A4C-4C74-6EF7E2348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5B876-7F94-2BEE-38FF-27142D20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681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D45E3-AC58-5FAE-D716-8E45EBD5D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7554B-BDF0-1829-B432-68D2D637E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E1859-9B6C-F5CE-1EEE-D56D06C32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03204-C05F-8952-C4C4-875A814D3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B13ADC-BEF4-6098-E875-9678544FC6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D8DEB-743A-801E-AF58-61C6A30F7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59258-CE95-6A14-51B1-DA4709838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02A6C7-A0FC-4C46-12DF-A100D7C64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7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3E23B-112F-3B9B-3665-62614E81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F1B3D8-26DE-E899-620F-A72DBD800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B9CD7-5120-C533-F3EE-4AE26352D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0CC425-075B-D9DD-DF0F-C0C444B72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01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7DCA7-B08A-D179-E2BD-4D487D268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5CF52D-59AB-BD11-3F0A-0DC2356F2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816B5-EF7D-3095-373C-45B5D395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37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7DD27-13ED-97E6-19F4-6F28BDFB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E1DDD-7E87-3DF9-2FC6-548A07978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C61BF1-1A09-7284-4738-3447427AA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F36A6E-F8FF-7E09-09E9-4A4EA100B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E86C49-9F16-25E8-F2D5-910F50EB6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47B33A-6EB9-7685-2B68-FA16A824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96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8D07C-DB42-DE67-56E6-7FE12459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3A1BB0-439F-EB51-522C-0DEC10087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E09530-6E7A-E83C-0F9F-F64D832AF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CA66C-0E6A-AA1E-B9D9-A8F374C92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EE373B-C241-EE1C-6135-C54121C5C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CE0D-7EAF-4172-63B9-FFC0BAF36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22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86143-0086-CED8-107D-30F289C2C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9706B-3D57-5D1B-3D06-46BD3C93B2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1C68D-F08A-BEAF-CB1E-E5818EB62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BE149-FC36-B332-88F7-771318A3C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F17A4-6318-D785-6C9E-9BC112A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23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9F0D6C-CE73-FB21-65CC-A79AC50D0C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99ABC9-8990-CD52-B217-33E6179B1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FFE59-0DFD-35C6-73A9-0C2411070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B0DB4-302C-DC65-4CC5-A9B1360F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13C14-6CE6-CF33-649A-E2E861EB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137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8B9C-0CB5-B1BC-E36D-7D85A7546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D778C1-C69F-7BCE-5FCD-CD704A92A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AC7D0-C202-8543-888C-4955337AC7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B8BC87-F210-4752-9E6D-01504A7C858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DB8C0-249D-BA0E-3D83-35F9D5F928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09E65-4C62-5234-E363-6B8411757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3C016-C955-410A-8091-69C08396A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486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8EF920-92AC-68BE-AB3A-6CFE01966332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Process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99A3F7B-88E3-8FCE-7616-69C5C8B73A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595105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6850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CA6C3D-E13A-BF16-FB12-BC8342B3DF9E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Hierarchy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695F2B1-E399-4949-74DA-1F87558AD5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0496071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14617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310955-6F63-D5FB-8C00-ACA34E419FF5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Hierarchy3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42C2259-D807-4429-508D-5A98B223C5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1290743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411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6633DE-A15C-88EB-40A9-AE9F9BC0A9FE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Cycle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8478CAB-1E8E-21A6-D2F8-21B3069F0B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3137730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52088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AD2021-6E79-2F6F-567B-A123C09693A7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List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5538A8D-B2E0-7B79-9C17-79892E6022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4444477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46299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A49C95-31D2-A27A-6C18-4EE2F7B928B7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Grouped List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7709DEA-5D4D-17B5-6BDC-D70D40E697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0522851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67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BBBA8F-5497-86A6-707A-87537A972FA9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Relationship1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893503E-AE88-5B6C-0DC1-5F8AE497B1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5110890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49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5467CB-60D9-064F-5947-927411035EDC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Grid Matrix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EC586BD-7978-B8DF-CE60-5C85E73F3D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9614119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90132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8EE13-9DBA-D2AD-052C-30EADC6EB4FD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Increasing Circle Process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4059491-4CF7-CDDF-FD73-C5867AF504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2852444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9725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DAF94-6583-A961-5D3F-3361478D2A19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Vertical Arrow List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7F24A6D-E2A7-7671-411E-99087B0487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1516466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17548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</Words>
  <Application>Microsoft Office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The Band</dc:creator>
  <cp:lastModifiedBy>ALI The Band</cp:lastModifiedBy>
  <cp:revision>1</cp:revision>
  <dcterms:created xsi:type="dcterms:W3CDTF">2026-08-20T13:41:15Z</dcterms:created>
  <dcterms:modified xsi:type="dcterms:W3CDTF">2026-08-20T13:41:15Z</dcterms:modified>
</cp:coreProperties>
</file>