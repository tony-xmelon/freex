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slides/slide2.xml" ContentType="application/vnd.openxmlformats-officedocument.presentationml.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slides/slide3.xml" ContentType="application/vnd.openxmlformats-officedocument.presentationml.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slides/slide4.xml" ContentType="application/vnd.openxmlformats-officedocument.presentationml.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slides/slide5.xml" ContentType="application/vnd.openxmlformats-officedocument.presentationml.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slides/slide6.xml" ContentType="application/vnd.openxmlformats-officedocument.presentationml.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slides/slide7.xml" ContentType="application/vnd.openxmlformats-officedocument.presentationml.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slides/slide8.xml" ContentType="application/vnd.openxmlformats-officedocument.presentationml.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slides/slide9.xml" ContentType="application/vnd.openxmlformats-officedocument.presentationml.slide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slides/slide10.xml" ContentType="application/vnd.openxmlformats-officedocument.presentationml.slide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</Types>
</file>

<file path=_rels/.rels>&#65279;<?xml version="1.0" encoding="utf-8" standalone="yes"?>
<Relationships xmlns="http://schemas.openxmlformats.org/package/2006/relationships">
  <Relationship Id="rId1" Type="http://schemas.openxmlformats.org/officeDocument/2006/relationships/officeDocument" Target="ppt/presentation.xml" />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xmlns:p15="http://schemas.microsoft.com/office/powerpoint/2012/main">
  <p:sldMasterIdLst>
    <p:sldMasterId id="2147483648" r:id="rIdMaster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  <p:sldId id="264" r:id="rIdSlide9"/>
    <p:sldId id="265" r:id="rIdSlide10"/>
  </p:sldIdLst>
  <p:sldSz cx="9144000" cy="6858000"/>
  <p:notesSz cx="6858000" cy="9144000"/>
  <p:defaultTextStyle>
    <a:defPPr>
      <a:defRPr lang="en-US"/>
    </a:defPPr>
    <a:lvl1pPr marL="0" algn="l" defTabSz="914400">
      <a:defRPr sz="1800"/>
    </a:lvl1pPr>
  </p:defaultTextStyle>
  <p:extLst>
    <p:ext uri="{EFAFB233-063F-42B5-8137-9DF3F51BA10A}">
      <p15:sldGuideLst/>
    </p:ext>
  </p:extLst>
</p:presentation>
</file>

<file path=ppt/_rels/presentation.xml.rels>&#65279;<?xml version="1.0" encoding="utf-8" standalone="yes"?>
<Relationships xmlns="http://schemas.openxmlformats.org/package/2006/relationships">
  <Relationship Id="rIdMaster1" Type="http://schemas.openxmlformats.org/officeDocument/2006/relationships/slideMaster" Target="slideMasters/slideMaster1.xml" />
  <Relationship Id="rIdSlide1" Type="http://schemas.openxmlformats.org/officeDocument/2006/relationships/slide" Target="slides/slide1.xml" />
  <Relationship Id="rIdSlide2" Type="http://schemas.openxmlformats.org/officeDocument/2006/relationships/slide" Target="slides/slide2.xml" />
  <Relationship Id="rIdSlide3" Type="http://schemas.openxmlformats.org/officeDocument/2006/relationships/slide" Target="slides/slide3.xml" />
  <Relationship Id="rIdSlide4" Type="http://schemas.openxmlformats.org/officeDocument/2006/relationships/slide" Target="slides/slide4.xml" />
  <Relationship Id="rIdSlide5" Type="http://schemas.openxmlformats.org/officeDocument/2006/relationships/slide" Target="slides/slide5.xml" />
  <Relationship Id="rIdSlide6" Type="http://schemas.openxmlformats.org/officeDocument/2006/relationships/slide" Target="slides/slide6.xml" />
  <Relationship Id="rIdSlide7" Type="http://schemas.openxmlformats.org/officeDocument/2006/relationships/slide" Target="slides/slide7.xml" />
  <Relationship Id="rIdSlide8" Type="http://schemas.openxmlformats.org/officeDocument/2006/relationships/slide" Target="slides/slide8.xml" />
  <Relationship Id="rIdSlide9" Type="http://schemas.openxmlformats.org/officeDocument/2006/relationships/slide" Target="slides/slide9.xml" />
  <Relationship Id="rIdSlide10" Type="http://schemas.openxmlformats.org/officeDocument/2006/relationships/slide" Target="slides/slide10.xml" />
</Relationships>
</file>

<file path=ppt/diagrams/colors1.xml><?xml version="1.0" encoding="utf-8"?>
<dgm:colorsDef xmlns:dgm="http://schemas.openxmlformats.org/drawingml/2006/diagram" xmlns:a="http://schemas.openxmlformats.org/drawingml/2006/main"/>
</file>

<file path=ppt/diagrams/colors2.xml><?xml version="1.0" encoding="utf-8"?>
<dgm:colorsDef xmlns:dgm="http://schemas.openxmlformats.org/drawingml/2006/diagram" xmlns:a="http://schemas.openxmlformats.org/drawingml/2006/main"/>
</file>

<file path=ppt/diagrams/colors3.xml><?xml version="1.0" encoding="utf-8"?>
<dgm:colorsDef xmlns:dgm="http://schemas.openxmlformats.org/drawingml/2006/diagram" xmlns:a="http://schemas.openxmlformats.org/drawingml/2006/main"/>
</file>

<file path=ppt/diagrams/colors4.xml><?xml version="1.0" encoding="utf-8"?>
<dgm:colorsDef xmlns:dgm="http://schemas.openxmlformats.org/drawingml/2006/diagram" xmlns:a="http://schemas.openxmlformats.org/drawingml/2006/main"/>
</file>

<file path=ppt/diagrams/colors5.xml><?xml version="1.0" encoding="utf-8"?>
<dgm:colorsDef xmlns:dgm="http://schemas.openxmlformats.org/drawingml/2006/diagram" xmlns:a="http://schemas.openxmlformats.org/drawingml/2006/main"/>
</file>

<file path=ppt/diagrams/colors6.xml><?xml version="1.0" encoding="utf-8"?>
<dgm:colorsDef xmlns:dgm="http://schemas.openxmlformats.org/drawingml/2006/diagram" xmlns:a="http://schemas.openxmlformats.org/drawingml/2006/main"/>
</file>

<file path=ppt/diagrams/colors7.xml><?xml version="1.0" encoding="utf-8"?>
<dgm:colorsDef xmlns:dgm="http://schemas.openxmlformats.org/drawingml/2006/diagram" xmlns:a="http://schemas.openxmlformats.org/drawingml/2006/main"/>
</file>

<file path=ppt/diagrams/colors8.xml><?xml version="1.0" encoding="utf-8"?>
<dgm:colorsDef xmlns:dgm="http://schemas.openxmlformats.org/drawingml/2006/diagram" xmlns:a="http://schemas.openxmlformats.org/drawingml/2006/main"/>
</file>

<file path=ppt/diagrams/colors9.xml><?xml version="1.0" encoding="utf-8"?>
<dgm:colorsDef xmlns:dgm="http://schemas.openxmlformats.org/drawingml/2006/diagram" xmlns:a="http://schemas.openxmlformats.org/drawingml/2006/main"/>
</file>

<file path=ppt/diagrams/colors10.xml><?xml version="1.0" encoding="utf-8"?>
<dgm:colorsDef xmlns:dgm="http://schemas.openxmlformats.org/drawingml/2006/diagram" xmlns:a="http://schemas.openxmlformats.org/drawingml/2006/main"/>
</file>

<file path=ppt/diagrams/data1.xml><?xml version="1.0" encoding="utf-8"?>
<dgm:dataModel xmlns:dgm="http://schemas.openxmlformats.org/drawingml/2006/diagram" xmlns:a="http://schemas.openxmlformats.org/drawingml/2006/main">
  <dgm:ptLst>
    <dgm:pt modelId="{D2FBFA5C-1EB7-71CC-DCA7-AA1A87A97C0A}" type="doc">
      <dgm:prSet loTypeId="urn:microsoft.com/office/officeart/2005/8/layout/process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88B6B67-E74C-7D26-D520-DECA4811C8F1}">
      <dgm:prSet phldrT="[Text]"/>
      <dgm:spPr/>
      <dgm:t>
        <a:bodyPr/>
        <a:lstStyle/>
        <a:p>
          <a:r>
            <a:rPr lang="en-US"/>
            <a:t>Plan</a:t>
          </a:r>
        </a:p>
      </dgm:t>
    </dgm:pt>
    <dgm:pt modelId="{3DA98004-9B2E-4B09-89E0-8E01976089AC}">
      <dgm:prSet phldrT="[Text]"/>
      <dgm:spPr/>
      <dgm:t>
        <a:bodyPr/>
        <a:lstStyle/>
        <a:p>
          <a:r>
            <a:rPr lang="en-US"/>
            <a:t>Design</a:t>
          </a:r>
        </a:p>
      </dgm:t>
    </dgm:pt>
    <dgm:pt modelId="{64D62187-60EF-6A09-A559-E1AA6C72CAF1}">
      <dgm:prSet phldrT="[Text]"/>
      <dgm:spPr/>
      <dgm:t>
        <a:bodyPr/>
        <a:lstStyle/>
        <a:p>
          <a:r>
            <a:rPr lang="en-US"/>
            <a:t>Build</a:t>
          </a:r>
        </a:p>
      </dgm:t>
    </dgm:pt>
    <dgm:pt modelId="{080B4588-C42E-2FDF-DCCD-3A626C6E489B}">
      <dgm:prSet phldrT="[Text]"/>
      <dgm:spPr/>
      <dgm:t>
        <a:bodyPr/>
        <a:lstStyle/>
        <a:p>
          <a:r>
            <a:rPr lang="en-US"/>
            <a:t>Test</a:t>
          </a:r>
        </a:p>
      </dgm:t>
    </dgm:pt>
    <dgm:pt modelId="{F156844A-370E-9768-78CE-F532AB6A7374}">
      <dgm:prSet phldrT="[Text]"/>
      <dgm:spPr/>
      <dgm:t>
        <a:bodyPr/>
        <a:lstStyle/>
        <a:p>
          <a:r>
            <a:rPr lang="en-US"/>
            <a:t>Deploy</a:t>
          </a:r>
        </a:p>
      </dgm:t>
    </dgm:pt>
  </dgm:ptLst>
  <dgm:cxnLst>
    <dgm:cxn modelId="{00055647-65B1-719A-6302-3B19C0CB9B70}" type="parOf" srcId="{B88B6B67-E74C-7D26-D520-DECA4811C8F1}" destId="{3DA98004-9B2E-4B09-89E0-8E01976089AC}" srcOrd="0" destOrd="0"/>
    <dgm:cxn modelId="{3FCAF11C-53CD-6386-A616-3ECD6E4BB444}" type="parOf" srcId="{3DA98004-9B2E-4B09-89E0-8E01976089AC}" destId="{64D62187-60EF-6A09-A559-E1AA6C72CAF1}" srcOrd="1" destOrd="1"/>
    <dgm:cxn modelId="{2D9D9A3E-CB12-7559-1A02-ED32C36F370E}" type="parOf" srcId="{64D62187-60EF-6A09-A559-E1AA6C72CAF1}" destId="{080B4588-C42E-2FDF-DCCD-3A626C6E489B}" srcOrd="2" destOrd="2"/>
    <dgm:cxn modelId="{DA32110D-3237-9C19-934F-4099D6DA8E6A}" type="parOf" srcId="{080B4588-C42E-2FDF-DCCD-3A626C6E489B}" destId="{F156844A-370E-9768-78CE-F532AB6A7374}" srcOrd="3" destOrd="3"/>
  </dgm:cxnLst>
  <dgm:bg/>
  <dgm:whole/>
  <dgm:extLst/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B1A54B9-0858-4991-0781-CE65CE84CC16}" type="doc">
      <dgm:prSet loTypeId="urn:microsoft.com/office/officeart/2005/8/layout/hierarchy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4494345-F022-9752-191E-AD13E21D3DB5}">
      <dgm:prSet phldrT="[Text]"/>
      <dgm:spPr/>
      <dgm:t>
        <a:bodyPr/>
        <a:lstStyle/>
        <a:p>
          <a:r>
            <a:rPr lang="en-US"/>
            <a:t>CEO</a:t>
          </a:r>
        </a:p>
      </dgm:t>
    </dgm:pt>
    <dgm:pt modelId="{CA31F6D0-DB1D-DBA8-3BCF-CB9E057CDC98}">
      <dgm:prSet phldrT="[Text]"/>
      <dgm:spPr/>
      <dgm:t>
        <a:bodyPr/>
        <a:lstStyle/>
        <a:p>
          <a:r>
            <a:rPr lang="en-US"/>
            <a:t>VP Sales</a:t>
          </a:r>
        </a:p>
      </dgm:t>
    </dgm:pt>
    <dgm:pt modelId="{51BE0A9C-E6C6-5D65-81DE-2D044D4FB194}">
      <dgm:prSet phldrT="[Text]"/>
      <dgm:spPr/>
      <dgm:t>
        <a:bodyPr/>
        <a:lstStyle/>
        <a:p>
          <a:r>
            <a:rPr lang="en-US"/>
            <a:t>VP Engineering</a:t>
          </a:r>
        </a:p>
      </dgm:t>
    </dgm:pt>
    <dgm:pt modelId="{DF971C7C-C017-9266-4822-B0AF09A65251}">
      <dgm:prSet phldrT="[Text]"/>
      <dgm:spPr/>
      <dgm:t>
        <a:bodyPr/>
        <a:lstStyle/>
        <a:p>
          <a:r>
            <a:rPr lang="en-US"/>
            <a:t>VP Marketing</a:t>
          </a:r>
        </a:p>
      </dgm:t>
    </dgm:pt>
  </dgm:ptLst>
  <dgm:cxnLst>
    <dgm:cxn modelId="{FED7BB39-B972-9CDF-6B82-965FA8492377}" type="parOf" srcId="{E4494345-F022-9752-191E-AD13E21D3DB5}" destId="{CA31F6D0-DB1D-DBA8-3BCF-CB9E057CDC98}" srcOrd="0" destOrd="0"/>
    <dgm:cxn modelId="{77DC05ED-A301-4561-1E52-BE68630C0450}" type="parOf" srcId="{E4494345-F022-9752-191E-AD13E21D3DB5}" destId="{51BE0A9C-E6C6-5D65-81DE-2D044D4FB194}" srcOrd="1" destOrd="1"/>
    <dgm:cxn modelId="{964789A7-BA68-CCB7-EF55-626A23AC2A2A}" type="parOf" srcId="{E4494345-F022-9752-191E-AD13E21D3DB5}" destId="{DF971C7C-C017-9266-4822-B0AF09A65251}" srcOrd="2" destOrd="2"/>
  </dgm:cxnLst>
  <dgm:bg/>
  <dgm:whole/>
  <dgm:extLst/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E166D3A-1C78-84F7-7670-324A8737FBEC}" type="doc">
      <dgm:prSet loTypeId="urn:microsoft.com/office/officeart/2005/8/layout/hierarchy3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4494345-F022-9752-191E-AD13E21D3DB5}">
      <dgm:prSet phldrT="[Text]"/>
      <dgm:spPr/>
      <dgm:t>
        <a:bodyPr/>
        <a:lstStyle/>
        <a:p>
          <a:r>
            <a:rPr lang="en-US"/>
            <a:t>CEO</a:t>
          </a:r>
        </a:p>
      </dgm:t>
    </dgm:pt>
    <dgm:pt modelId="{CA31F6D0-DB1D-DBA8-3BCF-CB9E057CDC98}">
      <dgm:prSet phldrT="[Text]"/>
      <dgm:spPr/>
      <dgm:t>
        <a:bodyPr/>
        <a:lstStyle/>
        <a:p>
          <a:r>
            <a:rPr lang="en-US"/>
            <a:t>VP Sales</a:t>
          </a:r>
        </a:p>
      </dgm:t>
    </dgm:pt>
    <dgm:pt modelId="{51BE0A9C-E6C6-5D65-81DE-2D044D4FB194}">
      <dgm:prSet phldrT="[Text]"/>
      <dgm:spPr/>
      <dgm:t>
        <a:bodyPr/>
        <a:lstStyle/>
        <a:p>
          <a:r>
            <a:rPr lang="en-US"/>
            <a:t>VP Engineering</a:t>
          </a:r>
        </a:p>
      </dgm:t>
    </dgm:pt>
    <dgm:pt modelId="{DF971C7C-C017-9266-4822-B0AF09A65251}">
      <dgm:prSet phldrT="[Text]"/>
      <dgm:spPr/>
      <dgm:t>
        <a:bodyPr/>
        <a:lstStyle/>
        <a:p>
          <a:r>
            <a:rPr lang="en-US"/>
            <a:t>VP Marketing</a:t>
          </a:r>
        </a:p>
      </dgm:t>
    </dgm:pt>
  </dgm:ptLst>
  <dgm:cxnLst>
    <dgm:cxn modelId="{FED7BB39-B972-9CDF-6B82-965FA8492377}" type="parOf" srcId="{E4494345-F022-9752-191E-AD13E21D3DB5}" destId="{CA31F6D0-DB1D-DBA8-3BCF-CB9E057CDC98}" srcOrd="0" destOrd="0"/>
    <dgm:cxn modelId="{77DC05ED-A301-4561-1E52-BE68630C0450}" type="parOf" srcId="{E4494345-F022-9752-191E-AD13E21D3DB5}" destId="{51BE0A9C-E6C6-5D65-81DE-2D044D4FB194}" srcOrd="1" destOrd="1"/>
    <dgm:cxn modelId="{964789A7-BA68-CCB7-EF55-626A23AC2A2A}" type="parOf" srcId="{E4494345-F022-9752-191E-AD13E21D3DB5}" destId="{DF971C7C-C017-9266-4822-B0AF09A65251}" srcOrd="2" destOrd="2"/>
  </dgm:cxnLst>
  <dgm:bg/>
  <dgm:whole/>
  <dgm:extLst/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9BA1802-C0FD-C246-9E33-2DB5BCB04957}" type="doc">
      <dgm:prSet loTypeId="urn:microsoft.com/office/officeart/2005/8/layout/cycle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28197CA-1BCA-CABD-FAC2-31B39A23DC4D}">
      <dgm:prSet phldrT="[Text]"/>
      <dgm:spPr/>
      <dgm:t>
        <a:bodyPr/>
        <a:lstStyle/>
        <a:p>
          <a:r>
            <a:rPr lang="en-US"/>
            <a:t>Idea</a:t>
          </a:r>
        </a:p>
      </dgm:t>
    </dgm:pt>
    <dgm:pt modelId="{16E8233E-3900-4A59-3389-4F6564E1B134}">
      <dgm:prSet phldrT="[Text]"/>
      <dgm:spPr/>
      <dgm:t>
        <a:bodyPr/>
        <a:lstStyle/>
        <a:p>
          <a:r>
            <a:rPr lang="en-US"/>
            <a:t>Plan</a:t>
          </a:r>
        </a:p>
      </dgm:t>
    </dgm:pt>
    <dgm:pt modelId="{032C7D2E-50A9-E27A-65EC-F5B5356885A5}">
      <dgm:prSet phldrT="[Text]"/>
      <dgm:spPr/>
      <dgm:t>
        <a:bodyPr/>
        <a:lstStyle/>
        <a:p>
          <a:r>
            <a:rPr lang="en-US"/>
            <a:t>Execute</a:t>
          </a:r>
        </a:p>
      </dgm:t>
    </dgm:pt>
    <dgm:pt modelId="{733EAC18-F043-8916-0C51-0E93F9352611}">
      <dgm:prSet phldrT="[Text]"/>
      <dgm:spPr/>
      <dgm:t>
        <a:bodyPr/>
        <a:lstStyle/>
        <a:p>
          <a:r>
            <a:rPr lang="en-US"/>
            <a:t>Review</a:t>
          </a:r>
        </a:p>
      </dgm:t>
    </dgm:pt>
    <dgm:pt modelId="{7BBB793F-5B43-3205-1651-DAEFD374CDC6}">
      <dgm:prSet phldrT="[Text]"/>
      <dgm:spPr/>
      <dgm:t>
        <a:bodyPr/>
        <a:lstStyle/>
        <a:p>
          <a:r>
            <a:rPr lang="en-US"/>
            <a:t>Improve</a:t>
          </a:r>
        </a:p>
      </dgm:t>
    </dgm:pt>
  </dgm:ptLst>
  <dgm:cxnLst/>
  <dgm:bg/>
  <dgm:whole/>
  <dgm:extLst/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2724C83D-5E50-DA47-D369-F79C05E12699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7B7D94C-7F2D-E8BE-FB51-FB1E049F6903}">
      <dgm:prSet phldrT="[Text]"/>
      <dgm:spPr/>
      <dgm:t>
        <a:bodyPr/>
        <a:lstStyle/>
        <a:p>
          <a:r>
            <a:rPr lang="en-US"/>
            <a:t>Requirement 1</a:t>
          </a:r>
        </a:p>
      </dgm:t>
    </dgm:pt>
    <dgm:pt modelId="{31CE0F42-7541-40DF-2ADB-EAE3CFBBB856}">
      <dgm:prSet phldrT="[Text]"/>
      <dgm:spPr/>
      <dgm:t>
        <a:bodyPr/>
        <a:lstStyle/>
        <a:p>
          <a:r>
            <a:rPr lang="en-US"/>
            <a:t>Requirement 2</a:t>
          </a:r>
        </a:p>
      </dgm:t>
    </dgm:pt>
    <dgm:pt modelId="{CBC6839A-2611-3DD9-E4A3-0715B28F1F4B}">
      <dgm:prSet phldrT="[Text]"/>
      <dgm:spPr/>
      <dgm:t>
        <a:bodyPr/>
        <a:lstStyle/>
        <a:p>
          <a:r>
            <a:rPr lang="en-US"/>
            <a:t>Requirement 3</a:t>
          </a:r>
        </a:p>
      </dgm:t>
    </dgm:pt>
    <dgm:pt modelId="{5904D56E-D738-D010-7514-2228A0A53AED}">
      <dgm:prSet phldrT="[Text]"/>
      <dgm:spPr/>
      <dgm:t>
        <a:bodyPr/>
        <a:lstStyle/>
        <a:p>
          <a:r>
            <a:rPr lang="en-US"/>
            <a:t>Requirement 4</a:t>
          </a:r>
        </a:p>
      </dgm:t>
    </dgm:pt>
  </dgm:ptLst>
  <dgm:cxnLst/>
  <dgm:bg/>
  <dgm:whole/>
  <dgm:extLst/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C6A8D919-34C9-3860-0464-A720F047D71C}" type="doc">
      <dgm:prSet loTypeId="urn:microsoft.com/office/officeart/2005/8/layout/group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6301471-4E16-8093-3D93-428BC1FAB80F}">
      <dgm:prSet phldrT="[Text]"/>
      <dgm:spPr/>
      <dgm:t>
        <a:bodyPr/>
        <a:lstStyle/>
        <a:p>
          <a:r>
            <a:rPr lang="en-US"/>
            <a:t>Plan</a:t>
          </a:r>
        </a:p>
      </dgm:t>
    </dgm:pt>
    <dgm:pt modelId="{60E457C9-4696-01FE-C9E3-30B846896419}">
      <dgm:prSet phldrT="[Text]"/>
      <dgm:spPr/>
      <dgm:t>
        <a:bodyPr/>
        <a:lstStyle/>
        <a:p>
          <a:r>
            <a:rPr lang="en-US"/>
            <a:t>Scope</a:t>
          </a:r>
        </a:p>
      </dgm:t>
    </dgm:pt>
    <dgm:pt modelId="{C8D58FEA-F8FC-0042-6AC5-67FBBB0AF581}">
      <dgm:prSet phldrT="[Text]"/>
      <dgm:spPr/>
      <dgm:t>
        <a:bodyPr/>
        <a:lstStyle/>
        <a:p>
          <a:r>
            <a:rPr lang="en-US"/>
            <a:t>Schedule</a:t>
          </a:r>
        </a:p>
      </dgm:t>
    </dgm:pt>
    <dgm:pt modelId="{664B2F4D-FC8C-E648-059D-36E91326BF87}">
      <dgm:prSet phldrT="[Text]"/>
      <dgm:spPr/>
      <dgm:t>
        <a:bodyPr/>
        <a:lstStyle/>
        <a:p>
          <a:r>
            <a:rPr lang="en-US"/>
            <a:t>Build</a:t>
          </a:r>
        </a:p>
      </dgm:t>
    </dgm:pt>
    <dgm:pt modelId="{17050498-9538-1EF6-7023-81B7AB0D8BCF}">
      <dgm:prSet phldrT="[Text]"/>
      <dgm:spPr/>
      <dgm:t>
        <a:bodyPr/>
        <a:lstStyle/>
        <a:p>
          <a:r>
            <a:rPr lang="en-US"/>
            <a:t>Implement</a:t>
          </a:r>
        </a:p>
      </dgm:t>
    </dgm:pt>
    <dgm:pt modelId="{0DD2BE20-7741-752C-0186-AD5B516BF20F}">
      <dgm:prSet phldrT="[Text]"/>
      <dgm:spPr/>
      <dgm:t>
        <a:bodyPr/>
        <a:lstStyle/>
        <a:p>
          <a:r>
            <a:rPr lang="en-US"/>
            <a:t>Verify</a:t>
          </a:r>
        </a:p>
      </dgm:t>
    </dgm:pt>
  </dgm:ptLst>
  <dgm:cxnLst>
    <dgm:cxn modelId="{ECB1B67A-C573-805D-C1AF-F1C725EB1C72}" type="parOf" srcId="{F6301471-4E16-8093-3D93-428BC1FAB80F}" destId="{60E457C9-4696-01FE-C9E3-30B846896419}" srcOrd="0" destOrd="0"/>
    <dgm:cxn modelId="{AB33F20D-2A2B-DBC0-D68D-B8A06EB6135E}" type="parOf" srcId="{F6301471-4E16-8093-3D93-428BC1FAB80F}" destId="{C8D58FEA-F8FC-0042-6AC5-67FBBB0AF581}" srcOrd="1" destOrd="1"/>
    <dgm:cxn modelId="{9E685796-6A74-921F-75DE-35AA1DD20E5A}" type="parOf" srcId="{664B2F4D-FC8C-E648-059D-36E91326BF87}" destId="{17050498-9538-1EF6-7023-81B7AB0D8BCF}" srcOrd="2" destOrd="2"/>
    <dgm:cxn modelId="{09C56081-E4BA-A092-5854-39A666C5B382}" type="parOf" srcId="{664B2F4D-FC8C-E648-059D-36E91326BF87}" destId="{0DD2BE20-7741-752C-0186-AD5B516BF20F}" srcOrd="3" destOrd="3"/>
  </dgm:cxnLst>
  <dgm:bg/>
  <dgm:whole/>
  <dgm:extLst/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0ACF42BB-8804-FB95-F560-438B5074A20A}" type="doc">
      <dgm:prSet loTypeId="urn:microsoft.com/office/officeart/2005/8/layout/relationship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9BAE74E-C8E1-74F7-0B9C-A0405CFDB357}">
      <dgm:prSet phldrT="[Text]"/>
      <dgm:spPr/>
      <dgm:t>
        <a:bodyPr/>
        <a:lstStyle/>
        <a:p>
          <a:r>
            <a:rPr lang="en-US"/>
            <a:t>Audience</a:t>
          </a:r>
        </a:p>
      </dgm:t>
    </dgm:pt>
    <dgm:pt modelId="{7ABBECCB-DD61-6345-4805-A6B1188BD702}">
      <dgm:prSet phldrT="[Text]"/>
      <dgm:spPr/>
      <dgm:t>
        <a:bodyPr/>
        <a:lstStyle/>
        <a:p>
          <a:r>
            <a:rPr lang="en-US"/>
            <a:t>Need</a:t>
          </a:r>
        </a:p>
      </dgm:t>
    </dgm:pt>
    <dgm:pt modelId="{6E910E27-7EA6-1066-E598-319E741CC091}">
      <dgm:prSet phldrT="[Text]"/>
      <dgm:spPr/>
      <dgm:t>
        <a:bodyPr/>
        <a:lstStyle/>
        <a:p>
          <a:r>
            <a:rPr lang="en-US"/>
            <a:t>Offer</a:t>
          </a:r>
        </a:p>
      </dgm:t>
    </dgm:pt>
  </dgm:ptLst>
  <dgm:cxnLst/>
  <dgm:bg/>
  <dgm:whole/>
  <dgm:extLst/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A757DBDF-FC5A-2ABC-13AD-DBBF32918F08}" type="doc">
      <dgm:prSet loTypeId="urn:microsoft.com/office/officeart/2005/8/layout/gridMatrix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22A8975-F2D0-9C62-6327-E8EEEA00BC40}">
      <dgm:prSet phldrT="[Text]"/>
      <dgm:spPr/>
      <dgm:t>
        <a:bodyPr/>
        <a:lstStyle/>
        <a:p>
          <a:r>
            <a:rPr lang="en-US"/>
            <a:t>Axis</a:t>
          </a:r>
        </a:p>
      </dgm:t>
    </dgm:pt>
    <dgm:pt modelId="{07945F23-6F9E-AAA3-69FD-9C862ED080DF}">
      <dgm:prSet phldrT="[Text]"/>
      <dgm:spPr/>
      <dgm:t>
        <a:bodyPr/>
        <a:lstStyle/>
        <a:p>
          <a:r>
            <a:rPr lang="en-US"/>
            <a:t>Speed</a:t>
          </a:r>
        </a:p>
      </dgm:t>
    </dgm:pt>
    <dgm:pt modelId="{887B391D-2D9F-9FB9-D36E-A66BE769D6FA}">
      <dgm:prSet phldrT="[Text]"/>
      <dgm:spPr/>
      <dgm:t>
        <a:bodyPr/>
        <a:lstStyle/>
        <a:p>
          <a:r>
            <a:rPr lang="en-US"/>
            <a:t>Quality</a:t>
          </a:r>
        </a:p>
      </dgm:t>
    </dgm:pt>
    <dgm:pt modelId="{1FCC0858-8D7C-27CF-2A78-131A9B1A5241}">
      <dgm:prSet phldrT="[Text]"/>
      <dgm:spPr/>
      <dgm:t>
        <a:bodyPr/>
        <a:lstStyle/>
        <a:p>
          <a:r>
            <a:rPr lang="en-US"/>
            <a:t>Cost</a:t>
          </a:r>
        </a:p>
      </dgm:t>
    </dgm:pt>
  </dgm:ptLst>
  <dgm:cxnLst/>
  <dgm:bg/>
  <dgm:whole/>
  <dgm:extLst/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05261832-59A8-E8A3-4B8E-0EF8848A3BC7}" type="doc">
      <dgm:prSet loTypeId="urn:microsoft.com/office/officeart/2005/8/layout/increasingCircleProcess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2F549FF-ADF0-09ED-5860-D2C231ACE104}">
      <dgm:prSet phldrT="[Text]"/>
      <dgm:spPr/>
      <dgm:t>
        <a:bodyPr/>
        <a:lstStyle/>
        <a:p>
          <a:r>
            <a:rPr lang="en-US"/>
            <a:t>Phase A</a:t>
          </a:r>
        </a:p>
      </dgm:t>
    </dgm:pt>
    <dgm:pt modelId="{B88B3F1C-47AA-D88C-FF39-7E8EB1719589}">
      <dgm:prSet phldrT="[Text]"/>
      <dgm:spPr/>
      <dgm:t>
        <a:bodyPr/>
        <a:lstStyle/>
        <a:p>
          <a:r>
            <a:rPr lang="en-US"/>
            <a:t>Phase B</a:t>
          </a:r>
        </a:p>
      </dgm:t>
    </dgm:pt>
    <dgm:pt modelId="{FDC404EE-6AB0-19F7-1664-D683B52F01A8}">
      <dgm:prSet phldrT="[Text]"/>
      <dgm:spPr/>
      <dgm:t>
        <a:bodyPr/>
        <a:lstStyle/>
        <a:p>
          <a:r>
            <a:rPr lang="en-US"/>
            <a:t>Phase C</a:t>
          </a:r>
        </a:p>
      </dgm:t>
    </dgm:pt>
    <dgm:pt modelId="{3FF15551-09A0-E6C9-313A-81B76FEF91C3}">
      <dgm:prSet phldrT="[Text]"/>
      <dgm:spPr/>
      <dgm:t>
        <a:bodyPr/>
        <a:lstStyle/>
        <a:p>
          <a:r>
            <a:rPr lang="en-US"/>
            <a:t>Phase D</a:t>
          </a:r>
        </a:p>
      </dgm:t>
    </dgm:pt>
  </dgm:ptLst>
  <dgm:cxnLst>
    <dgm:cxn modelId="{0C25F715-57EE-4E5C-EE63-586B63B476E8}" type="parOf" srcId="{B2F549FF-ADF0-09ED-5860-D2C231ACE104}" destId="{B88B3F1C-47AA-D88C-FF39-7E8EB1719589}" srcOrd="0" destOrd="0"/>
    <dgm:cxn modelId="{B4D10FAC-6678-73A7-C0F5-133805220347}" type="parOf" srcId="{B88B3F1C-47AA-D88C-FF39-7E8EB1719589}" destId="{FDC404EE-6AB0-19F7-1664-D683B52F01A8}" srcOrd="1" destOrd="1"/>
    <dgm:cxn modelId="{598977CC-CC99-3CF1-8F96-49C55E3259AE}" type="parOf" srcId="{FDC404EE-6AB0-19F7-1664-D683B52F01A8}" destId="{3FF15551-09A0-E6C9-313A-81B76FEF91C3}" srcOrd="2" destOrd="2"/>
  </dgm:cxnLst>
  <dgm:bg/>
  <dgm:whole/>
  <dgm:extLst/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1865C683-E4DE-39B4-E6B0-CEE312840EEC}" type="doc">
      <dgm:prSet loTypeId="urn:microsoft.com/office/officeart/2005/8/layout/verticalArrow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48C4E91-B4E1-2C77-A66A-E9FACC1DEDDD}">
      <dgm:prSet phldrT="[Text]"/>
      <dgm:spPr/>
      <dgm:t>
        <a:bodyPr/>
        <a:lstStyle/>
        <a:p>
          <a:r>
            <a:rPr lang="en-US"/>
            <a:t>Collect</a:t>
          </a:r>
        </a:p>
      </dgm:t>
    </dgm:pt>
    <dgm:pt modelId="{B4F7D8B0-F0DE-15C7-A4F1-C3102F2F9AAD}">
      <dgm:prSet phldrT="[Text]"/>
      <dgm:spPr/>
      <dgm:t>
        <a:bodyPr/>
        <a:lstStyle/>
        <a:p>
          <a:r>
            <a:rPr lang="en-US"/>
            <a:t>Shape</a:t>
          </a:r>
        </a:p>
      </dgm:t>
    </dgm:pt>
    <dgm:pt modelId="{18AEACAF-55A8-C871-B379-3B9FFA325184}">
      <dgm:prSet phldrT="[Text]"/>
      <dgm:spPr/>
      <dgm:t>
        <a:bodyPr/>
        <a:lstStyle/>
        <a:p>
          <a:r>
            <a:rPr lang="en-US"/>
            <a:t>Review</a:t>
          </a:r>
        </a:p>
      </dgm:t>
    </dgm:pt>
    <dgm:pt modelId="{125D0151-4FE4-0902-D7DC-F1355305DDD2}">
      <dgm:prSet phldrT="[Text]"/>
      <dgm:spPr/>
      <dgm:t>
        <a:bodyPr/>
        <a:lstStyle/>
        <a:p>
          <a:r>
            <a:rPr lang="en-US"/>
            <a:t>Share</a:t>
          </a:r>
        </a:p>
      </dgm:t>
    </dgm:pt>
  </dgm:ptLst>
  <dgm:cxnLst/>
  <dgm:bg/>
  <dgm:whole/>
  <dgm:extLst/>
</dgm:dataModel>
</file>

<file path=ppt/diagrams/drawing1.xml><?xml version="1.0" encoding="utf-8"?>
<dsp:drawing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AA6742-3387-93FB-0B7A-ADA76DE92051}">
      <dsp:nvSpPr>
        <dsp:cNvPr id="10" name="Process1 node 1"/>
        <dsp:cNvSpPr/>
      </dsp:nvSpPr>
      <dsp:spPr>
        <a:xfrm>
          <a:off x="329184" y="689376"/>
          <a:ext cx="1152144" cy="4366048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Plan</a:t>
          </a:r>
        </a:p>
      </dsp:txBody>
    </dsp:sp>
    <dsp:sp modelId="{87C154F6-0FF3-DD66-A654-167198A539A1}">
      <dsp:nvSpPr>
        <dsp:cNvPr id="20" name="Process1 connector 1"/>
        <dsp:cNvSpPr/>
      </dsp:nvSpPr>
      <dsp:spPr>
        <a:xfrm>
          <a:off x="1584198" y="2872400"/>
          <a:ext cx="246888" cy="914"/>
        </a:xfrm>
        <a:ln>
          <a:solidFill>
            <a:srgbClr val="0E4B66"/>
          </a:solidFill>
          <a:prstDash val="solid"/>
        </a:ln>
      </dsp:spPr>
    </dsp:sp>
    <dsp:sp modelId="{D0475CBB-026C-9896-764C-9FB8F9D1287C}">
      <dsp:nvSpPr>
        <dsp:cNvPr id="11" name="Process1 node 2"/>
        <dsp:cNvSpPr/>
      </dsp:nvSpPr>
      <dsp:spPr>
        <a:xfrm>
          <a:off x="1933956" y="689376"/>
          <a:ext cx="1152144" cy="4366048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Design</a:t>
          </a:r>
        </a:p>
      </dsp:txBody>
    </dsp:sp>
    <dsp:sp modelId="{9B241953-0272-9C71-5C33-4246A8A0FF05}">
      <dsp:nvSpPr>
        <dsp:cNvPr id="21" name="Process1 connector 2"/>
        <dsp:cNvSpPr/>
      </dsp:nvSpPr>
      <dsp:spPr>
        <a:xfrm>
          <a:off x="3188970" y="2872400"/>
          <a:ext cx="246888" cy="914"/>
        </a:xfrm>
        <a:ln>
          <a:solidFill>
            <a:srgbClr val="0E4B66"/>
          </a:solidFill>
          <a:prstDash val="solid"/>
        </a:ln>
      </dsp:spPr>
    </dsp:sp>
    <dsp:sp modelId="{7AF78161-E724-A585-1FC3-81BCEF8A6E1F}">
      <dsp:nvSpPr>
        <dsp:cNvPr id="12" name="Process1 node 3"/>
        <dsp:cNvSpPr/>
      </dsp:nvSpPr>
      <dsp:spPr>
        <a:xfrm>
          <a:off x="3538728" y="689376"/>
          <a:ext cx="1152144" cy="4366048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Build</a:t>
          </a:r>
        </a:p>
      </dsp:txBody>
    </dsp:sp>
    <dsp:sp modelId="{0C1F8397-A6C6-19F4-B167-ED5FE9E9CEA6}">
      <dsp:nvSpPr>
        <dsp:cNvPr id="22" name="Process1 connector 3"/>
        <dsp:cNvSpPr/>
      </dsp:nvSpPr>
      <dsp:spPr>
        <a:xfrm>
          <a:off x="4793742" y="2872400"/>
          <a:ext cx="246888" cy="914"/>
        </a:xfrm>
        <a:ln>
          <a:solidFill>
            <a:srgbClr val="0E4B66"/>
          </a:solidFill>
          <a:prstDash val="solid"/>
        </a:ln>
      </dsp:spPr>
    </dsp:sp>
    <dsp:sp modelId="{324FF822-FA10-5C3B-2D9F-0853337B7298}">
      <dsp:nvSpPr>
        <dsp:cNvPr id="13" name="Process1 node 4"/>
        <dsp:cNvSpPr/>
      </dsp:nvSpPr>
      <dsp:spPr>
        <a:xfrm>
          <a:off x="5143500" y="689376"/>
          <a:ext cx="1152144" cy="4366048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Test</a:t>
          </a:r>
        </a:p>
      </dsp:txBody>
    </dsp:sp>
    <dsp:sp modelId="{780EAB5D-3581-13BF-28E7-4BCA70FC763F}">
      <dsp:nvSpPr>
        <dsp:cNvPr id="23" name="Process1 connector 4"/>
        <dsp:cNvSpPr/>
      </dsp:nvSpPr>
      <dsp:spPr>
        <a:xfrm>
          <a:off x="6398514" y="2872400"/>
          <a:ext cx="246888" cy="914"/>
        </a:xfrm>
        <a:ln>
          <a:solidFill>
            <a:srgbClr val="0E4B66"/>
          </a:solidFill>
          <a:prstDash val="solid"/>
        </a:ln>
      </dsp:spPr>
    </dsp:sp>
    <dsp:sp modelId="{1C3741EF-E28A-99C1-3CF7-CD4C5DA2F612}">
      <dsp:nvSpPr>
        <dsp:cNvPr id="14" name="Process1 node 5"/>
        <dsp:cNvSpPr/>
      </dsp:nvSpPr>
      <dsp:spPr>
        <a:xfrm>
          <a:off x="6748272" y="689376"/>
          <a:ext cx="1152144" cy="4366048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Deploy</a:t>
          </a:r>
        </a:p>
      </dsp:txBody>
    </dsp:sp>
  </dsp:spTree>
</dsp:drawing>
</file>

<file path=ppt/diagrams/drawing2.xml><?xml version="1.0" encoding="utf-8"?>
<dsp:drawing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A21AED2-2C01-4A38-A3C7-E0A8D3593180}">
      <dsp:nvSpPr>
        <dsp:cNvPr id="10" name="Hierarchy3 node 1"/>
        <dsp:cNvSpPr/>
      </dsp:nvSpPr>
      <dsp:spPr>
        <a:xfrm>
          <a:off x="2359189" y="480"/>
          <a:ext cx="2757165" cy="1378582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CEO</a:t>
          </a:r>
        </a:p>
      </dsp:txBody>
    </dsp:sp>
    <dsp:sp modelId="{168421E9-E26D-793E-AD21-8499633F9682}">
      <dsp:nvSpPr>
        <dsp:cNvPr id="11" name="Hierarchy3 node 2"/>
        <dsp:cNvSpPr/>
      </dsp:nvSpPr>
      <dsp:spPr>
        <a:xfrm>
          <a:off x="2910622" y="1723708"/>
          <a:ext cx="2205732" cy="1378582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VP Sales</a:t>
          </a:r>
        </a:p>
      </dsp:txBody>
    </dsp:sp>
    <dsp:sp modelId="{79FFF9FF-B500-E97C-E27C-2E9AE03792B0}">
      <dsp:nvSpPr>
        <dsp:cNvPr id="12" name="Hierarchy3 node 3"/>
        <dsp:cNvSpPr/>
      </dsp:nvSpPr>
      <dsp:spPr>
        <a:xfrm>
          <a:off x="2910622" y="3446936"/>
          <a:ext cx="2205732" cy="1378582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VP Engineering</a:t>
          </a:r>
        </a:p>
      </dsp:txBody>
    </dsp:sp>
    <dsp:sp modelId="{1B2EB3CC-18AB-B94C-8F83-B7C6D1C61EA7}">
      <dsp:nvSpPr>
        <dsp:cNvPr id="13" name="Hierarchy3 node 4"/>
        <dsp:cNvSpPr/>
      </dsp:nvSpPr>
      <dsp:spPr>
        <a:xfrm>
          <a:off x="5805645" y="480"/>
          <a:ext cx="2757165" cy="1378582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VP Marketing</a:t>
          </a:r>
        </a:p>
      </dsp:txBody>
    </dsp:sp>
    <dsp:sp modelId="{7F3808C9-D537-42AA-B3C7-D0FEEB4A99E8}">
      <dsp:nvSpPr>
        <dsp:cNvPr id="30" name="Hierarchy3 template 1"/>
        <dsp:cNvSpPr/>
      </dsp:nvSpPr>
      <dsp:spPr>
        <a:xfrm>
          <a:off x="6357078" y="1723708"/>
          <a:ext cx="2205732" cy="1378582"/>
        </a:xfrm>
        <a:prstGeom prst="roundRect">
          <a:avLst/>
        </a:prstGeom>
        <a:solidFill>
          <a:srgbClr val="4472C4"/>
        </a:solidFill>
        <a:ln/>
      </dsp:spPr>
    </dsp:sp>
    <dsp:sp modelId="{F2431150-BE84-9543-041F-F269287D298B}">
      <dsp:nvSpPr>
        <dsp:cNvPr id="31" name="Hierarchy3 template 2"/>
        <dsp:cNvSpPr/>
      </dsp:nvSpPr>
      <dsp:spPr>
        <a:xfrm>
          <a:off x="6357078" y="3446936"/>
          <a:ext cx="2205732" cy="1378582"/>
        </a:xfrm>
        <a:prstGeom prst="roundRect">
          <a:avLst/>
        </a:prstGeom>
        <a:solidFill>
          <a:srgbClr val="4472C4"/>
        </a:solidFill>
        <a:ln/>
      </dsp:spPr>
    </dsp:sp>
    <dsp:sp modelId="{8885ACDC-FE56-EDED-92EA-AA1D286E93F0}">
      <dsp:nvSpPr>
        <dsp:cNvPr id="20" name="Hierarchy3 connector 1"/>
        <dsp:cNvSpPr/>
      </dsp:nvSpPr>
      <dsp:spPr>
        <a:xfrm>
          <a:off x="2634905" y="1379063"/>
          <a:ext cx="275716" cy="1033936"/>
        </a:xfrm>
        <a:ln>
          <a:solidFill>
            <a:srgbClr val="0E4B66"/>
          </a:solidFill>
          <a:prstDash val="solid"/>
        </a:ln>
      </dsp:spPr>
    </dsp:sp>
    <dsp:sp modelId="{23C4F5F0-B855-C0E1-6ACB-FA791FB54439}">
      <dsp:nvSpPr>
        <dsp:cNvPr id="21" name="Hierarchy3 connector 2"/>
        <dsp:cNvSpPr/>
      </dsp:nvSpPr>
      <dsp:spPr>
        <a:xfrm>
          <a:off x="2634905" y="1379063"/>
          <a:ext cx="275716" cy="2757165"/>
        </a:xfrm>
        <a:ln>
          <a:solidFill>
            <a:srgbClr val="0E4B66"/>
          </a:solidFill>
          <a:prstDash val="solid"/>
        </a:ln>
      </dsp:spPr>
    </dsp:sp>
    <dsp:sp modelId="{B204C941-C656-025C-7FD2-7AF0D24FFBE1}">
      <dsp:nvSpPr>
        <dsp:cNvPr id="22" name="Hierarchy3 connector 3"/>
        <dsp:cNvSpPr/>
      </dsp:nvSpPr>
      <dsp:spPr>
        <a:xfrm>
          <a:off x="6081362" y="1379063"/>
          <a:ext cx="275716" cy="1033936"/>
        </a:xfrm>
        <a:ln>
          <a:solidFill>
            <a:srgbClr val="0E4B66"/>
          </a:solidFill>
          <a:prstDash val="solid"/>
        </a:ln>
      </dsp:spPr>
    </dsp:sp>
    <dsp:sp modelId="{DF5F55EA-5C23-8E83-90B0-18AC39CB7630}">
      <dsp:nvSpPr>
        <dsp:cNvPr id="23" name="Hierarchy3 connector 4"/>
        <dsp:cNvSpPr/>
      </dsp:nvSpPr>
      <dsp:spPr>
        <a:xfrm>
          <a:off x="6081362" y="1379063"/>
          <a:ext cx="275716" cy="2757165"/>
        </a:xfrm>
        <a:ln>
          <a:solidFill>
            <a:srgbClr val="0E4B66"/>
          </a:solidFill>
          <a:prstDash val="solid"/>
        </a:ln>
      </dsp:spPr>
    </dsp:sp>
  </dsp:spTree>
</dsp:drawing>
</file>

<file path=ppt/diagrams/drawing4.xml><?xml version="1.0" encoding="utf-8"?>
<dsp:drawing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5.xml><?xml version="1.0" encoding="utf-8"?>
<dsp:drawing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6.xml><?xml version="1.0" encoding="utf-8"?>
<dsp:drawing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0BDD96-DE52-9490-99D2-7BC15C7440C4}">
      <dsp:nvSpPr>
        <dsp:cNvPr id="40" name="GroupedList band 1"/>
        <dsp:cNvSpPr/>
      </dsp:nvSpPr>
      <dsp:spPr>
        <a:xfrm>
          <a:off x="329184" y="1493648"/>
          <a:ext cx="3682746" cy="4021360"/>
        </a:xfrm>
        <a:prstGeom prst="rect">
          <a:avLst/>
        </a:prstGeom>
        <a:solidFill>
          <a:srgbClr val="4472C4"/>
        </a:solidFill>
        <a:ln/>
      </dsp:spPr>
    </dsp:sp>
    <dsp:sp modelId="{69CF3CD7-80E1-63C5-35AB-3B224974DB79}">
      <dsp:nvSpPr>
        <dsp:cNvPr id="50" name="GroupedList header 1"/>
        <dsp:cNvSpPr/>
      </dsp:nvSpPr>
      <dsp:spPr>
        <a:xfrm>
          <a:off x="329184" y="229792"/>
          <a:ext cx="3682746" cy="1263856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Plan</a:t>
          </a:r>
        </a:p>
      </dsp:txBody>
    </dsp:sp>
    <dsp:sp modelId="{283CE4C1-2898-C1BF-2D6A-F5E7030D10C6}">
      <dsp:nvSpPr>
        <dsp:cNvPr id="60" name="GroupedList child 1.1"/>
        <dsp:cNvSpPr/>
      </dsp:nvSpPr>
      <dsp:spPr>
        <a:xfrm>
          <a:off x="329184" y="1597054"/>
          <a:ext cx="3682746" cy="1907274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Scope</a:t>
          </a:r>
        </a:p>
      </dsp:txBody>
    </dsp:sp>
    <dsp:sp modelId="{6797CB76-D7A4-5CB3-455A-706F366230AE}">
      <dsp:nvSpPr>
        <dsp:cNvPr id="61" name="GroupedList child 1.2"/>
        <dsp:cNvSpPr/>
      </dsp:nvSpPr>
      <dsp:spPr>
        <a:xfrm>
          <a:off x="329184" y="3607734"/>
          <a:ext cx="3682746" cy="1907274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Schedule</a:t>
          </a:r>
        </a:p>
      </dsp:txBody>
    </dsp:sp>
    <dsp:sp modelId="{00D1D49C-5C8F-0A0F-297D-85AC92BC5561}">
      <dsp:nvSpPr>
        <dsp:cNvPr id="41" name="GroupedList band 2"/>
        <dsp:cNvSpPr/>
      </dsp:nvSpPr>
      <dsp:spPr>
        <a:xfrm>
          <a:off x="4217670" y="1493648"/>
          <a:ext cx="3682746" cy="4021360"/>
        </a:xfrm>
        <a:prstGeom prst="rect">
          <a:avLst/>
        </a:prstGeom>
        <a:solidFill>
          <a:srgbClr val="4472C4"/>
        </a:solidFill>
        <a:ln/>
      </dsp:spPr>
    </dsp:sp>
    <dsp:sp modelId="{ED0332CC-3527-D772-843E-5BF6194E641B}">
      <dsp:nvSpPr>
        <dsp:cNvPr id="51" name="GroupedList header 2"/>
        <dsp:cNvSpPr/>
      </dsp:nvSpPr>
      <dsp:spPr>
        <a:xfrm>
          <a:off x="4217670" y="229792"/>
          <a:ext cx="3682746" cy="1263856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Build</a:t>
          </a:r>
        </a:p>
      </dsp:txBody>
    </dsp:sp>
    <dsp:sp modelId="{0C872806-F4D8-14C7-8859-FE3040AB3E48}">
      <dsp:nvSpPr>
        <dsp:cNvPr id="62" name="GroupedList child 2.1"/>
        <dsp:cNvSpPr/>
      </dsp:nvSpPr>
      <dsp:spPr>
        <a:xfrm>
          <a:off x="4217670" y="1597054"/>
          <a:ext cx="3682746" cy="1907274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Implement</a:t>
          </a:r>
        </a:p>
      </dsp:txBody>
    </dsp:sp>
    <dsp:sp modelId="{571A12E0-010E-328B-E70D-06C91EB5D31B}">
      <dsp:nvSpPr>
        <dsp:cNvPr id="63" name="GroupedList child 2.2"/>
        <dsp:cNvSpPr/>
      </dsp:nvSpPr>
      <dsp:spPr>
        <a:xfrm>
          <a:off x="4217670" y="3607734"/>
          <a:ext cx="3682746" cy="1907274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Verify</a:t>
          </a:r>
        </a:p>
      </dsp:txBody>
    </dsp:sp>
  </dsp:spTree>
</dsp:drawing>
</file>

<file path=ppt/diagrams/drawing7.xml><?xml version="1.0" encoding="utf-8"?>
<dsp:drawing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ED4EE40-BD2E-12E8-C355-357F7E2F35D2}">
      <dsp:nvSpPr>
        <dsp:cNvPr id="70" name="Relationship1 node 1"/>
        <dsp:cNvSpPr/>
      </dsp:nvSpPr>
      <dsp:spPr>
        <a:xfrm>
          <a:off x="1522800" y="1672400"/>
          <a:ext cx="2400000" cy="2400000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Audience</a:t>
          </a:r>
        </a:p>
      </dsp:txBody>
    </dsp:sp>
    <dsp:sp modelId="{F5543479-3A20-09BD-1537-E777DB106CA0}">
      <dsp:nvSpPr>
        <dsp:cNvPr id="71" name="Relationship1 node 2"/>
        <dsp:cNvSpPr/>
      </dsp:nvSpPr>
      <dsp:spPr>
        <a:xfrm>
          <a:off x="2914800" y="1672400"/>
          <a:ext cx="2400000" cy="2400000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Need</a:t>
          </a:r>
        </a:p>
      </dsp:txBody>
    </dsp:sp>
    <dsp:sp modelId="{17084896-F2FB-CE01-6188-005FAB4B8FD7}">
      <dsp:nvSpPr>
        <dsp:cNvPr id="72" name="Relationship1 node 3"/>
        <dsp:cNvSpPr/>
      </dsp:nvSpPr>
      <dsp:spPr>
        <a:xfrm>
          <a:off x="4306800" y="1672400"/>
          <a:ext cx="2400000" cy="2400000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Offer</a:t>
          </a:r>
        </a:p>
      </dsp:txBody>
    </dsp:sp>
  </dsp:spTree>
</dsp:drawing>
</file>

<file path=ppt/diagrams/drawing8.xml><?xml version="1.0" encoding="utf-8"?>
<dsp:drawing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D2C1FC-C6E1-5756-B7A6-335233FA85BB}">
      <dsp:nvSpPr>
        <dsp:cNvPr id="80" name="GridMatrix cell 1"/>
        <dsp:cNvSpPr/>
      </dsp:nvSpPr>
      <dsp:spPr>
        <a:xfrm>
          <a:off x="1472192" y="229792"/>
          <a:ext cx="2576543" cy="2576543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Axis</a:t>
          </a:r>
        </a:p>
      </dsp:txBody>
    </dsp:sp>
    <dsp:sp modelId="{950419B9-80C7-8AA7-6C45-EA8D2B247F80}">
      <dsp:nvSpPr>
        <dsp:cNvPr id="81" name="GridMatrix cell 2"/>
        <dsp:cNvSpPr/>
      </dsp:nvSpPr>
      <dsp:spPr>
        <a:xfrm>
          <a:off x="4180865" y="229792"/>
          <a:ext cx="2576543" cy="2576543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Speed</a:t>
          </a:r>
        </a:p>
      </dsp:txBody>
    </dsp:sp>
    <dsp:sp modelId="{66CF0CA6-A186-2716-F508-7AD8E2CA1A68}">
      <dsp:nvSpPr>
        <dsp:cNvPr id="82" name="GridMatrix cell 3"/>
        <dsp:cNvSpPr/>
      </dsp:nvSpPr>
      <dsp:spPr>
        <a:xfrm>
          <a:off x="1472192" y="2938465"/>
          <a:ext cx="2576543" cy="2576543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Quality</a:t>
          </a:r>
        </a:p>
      </dsp:txBody>
    </dsp:sp>
    <dsp:sp modelId="{31767E63-0FBF-A7D0-6968-E9E3BDFEDE87}">
      <dsp:nvSpPr>
        <dsp:cNvPr id="83" name="GridMatrix cell 4"/>
        <dsp:cNvSpPr/>
      </dsp:nvSpPr>
      <dsp:spPr>
        <a:xfrm>
          <a:off x="4180865" y="2938465"/>
          <a:ext cx="2576543" cy="2576543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Cost</a:t>
          </a:r>
        </a:p>
      </dsp:txBody>
    </dsp:sp>
  </dsp:spTree>
</dsp:drawing>
</file>

<file path=ppt/diagrams/drawing9.xml><?xml version="1.0" encoding="utf-8"?>
<dsp:drawing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F00071-5B42-FF1B-E0BC-4807E791FFAE}">
      <dsp:nvSpPr>
        <dsp:cNvPr id="90" name="IncreasingCircleProcess node 1"/>
        <dsp:cNvSpPr/>
      </dsp:nvSpPr>
      <dsp:spPr>
        <a:xfrm>
          <a:off x="329184" y="4317060"/>
          <a:ext cx="1197948" cy="1197948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Phase A</a:t>
          </a:r>
        </a:p>
      </dsp:txBody>
    </dsp:sp>
    <dsp:sp modelId="{16E50938-172B-59A2-3EB1-C479D45D1E9C}">
      <dsp:nvSpPr>
        <dsp:cNvPr id="91" name="IncreasingCircleProcess node 2"/>
        <dsp:cNvSpPr/>
      </dsp:nvSpPr>
      <dsp:spPr>
        <a:xfrm>
          <a:off x="1716412" y="3948461"/>
          <a:ext cx="1566547" cy="1566547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Phase B</a:t>
          </a:r>
        </a:p>
      </dsp:txBody>
    </dsp:sp>
    <dsp:sp modelId="{24DA1330-E009-C304-D5E2-CFD4DA9A15FD}">
      <dsp:nvSpPr>
        <dsp:cNvPr id="92" name="IncreasingCircleProcess node 3"/>
        <dsp:cNvSpPr/>
      </dsp:nvSpPr>
      <dsp:spPr>
        <a:xfrm>
          <a:off x="3472239" y="3579861"/>
          <a:ext cx="1935147" cy="1935147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Phase C</a:t>
          </a:r>
        </a:p>
      </dsp:txBody>
    </dsp:sp>
    <dsp:sp modelId="{BF9548B6-C60A-F396-8D42-6729D63A3103}">
      <dsp:nvSpPr>
        <dsp:cNvPr id="93" name="IncreasingCircleProcess node 4"/>
        <dsp:cNvSpPr/>
      </dsp:nvSpPr>
      <dsp:spPr>
        <a:xfrm>
          <a:off x="5596666" y="3211261"/>
          <a:ext cx="2303747" cy="2303747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Phase D</a:t>
          </a:r>
        </a:p>
      </dsp:txBody>
    </dsp:sp>
    <dsp:sp modelId="{73C431A6-CB66-1B2F-EAE0-3AD344A724E6}">
      <dsp:nvSpPr>
        <dsp:cNvPr id="100" name="IncreasingCircleProcess connector 1"/>
        <dsp:cNvSpPr/>
      </dsp:nvSpPr>
      <dsp:spPr>
        <a:xfrm>
          <a:off x="1527132" y="4731734"/>
          <a:ext cx="189280" cy="184300"/>
        </a:xfrm>
        <a:ln>
          <a:solidFill>
            <a:srgbClr val="0E4B66"/>
          </a:solidFill>
          <a:prstDash val="solid"/>
        </a:ln>
      </dsp:spPr>
    </dsp:sp>
    <dsp:sp modelId="{4BA75566-7521-0DE6-FC70-42BA470C00A2}">
      <dsp:nvSpPr>
        <dsp:cNvPr id="101" name="IncreasingCircleProcess connector 2"/>
        <dsp:cNvSpPr/>
      </dsp:nvSpPr>
      <dsp:spPr>
        <a:xfrm>
          <a:off x="3282959" y="4547434"/>
          <a:ext cx="189280" cy="184300"/>
        </a:xfrm>
        <a:ln>
          <a:solidFill>
            <a:srgbClr val="0E4B66"/>
          </a:solidFill>
          <a:prstDash val="solid"/>
        </a:ln>
      </dsp:spPr>
    </dsp:sp>
    <dsp:sp modelId="{CC9121BD-58C6-D96A-BB0C-84A749893A10}">
      <dsp:nvSpPr>
        <dsp:cNvPr id="102" name="IncreasingCircleProcess connector 3"/>
        <dsp:cNvSpPr/>
      </dsp:nvSpPr>
      <dsp:spPr>
        <a:xfrm>
          <a:off x="5407386" y="4363134"/>
          <a:ext cx="189280" cy="184300"/>
        </a:xfrm>
        <a:ln>
          <a:solidFill>
            <a:srgbClr val="0E4B66"/>
          </a:solidFill>
          <a:prstDash val="solid"/>
        </a:ln>
      </dsp:spPr>
    </dsp:sp>
  </dsp:spTree>
</dsp:drawing>
</file>

<file path=ppt/diagrams/drawing10.xml><?xml version="1.0" encoding="utf-8"?>
<dsp:drawing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5DE7EE2-218F-694A-7282-5557EEA10AD6}">
      <dsp:nvSpPr>
        <dsp:cNvPr id="110" name="VerticalArrowList node 1"/>
        <dsp:cNvSpPr/>
      </dsp:nvSpPr>
      <dsp:spPr>
        <a:xfrm>
          <a:off x="329184" y="229792"/>
          <a:ext cx="7571232" cy="1251289"/>
        </a:xfrm>
        <a:prstGeom prst="downArrow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Collect</a:t>
          </a:r>
        </a:p>
      </dsp:txBody>
    </dsp:sp>
    <dsp:sp modelId="{235496A2-CFDD-E5B8-9525-1525069B4F0A}">
      <dsp:nvSpPr>
        <dsp:cNvPr id="111" name="VerticalArrowList node 2"/>
        <dsp:cNvSpPr/>
      </dsp:nvSpPr>
      <dsp:spPr>
        <a:xfrm>
          <a:off x="329184" y="1574434"/>
          <a:ext cx="7571232" cy="1251289"/>
        </a:xfrm>
        <a:prstGeom prst="downArrow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Shape</a:t>
          </a:r>
        </a:p>
      </dsp:txBody>
    </dsp:sp>
    <dsp:sp modelId="{1A98974F-1B5D-70D4-7C2C-EDF2D133B113}">
      <dsp:nvSpPr>
        <dsp:cNvPr id="112" name="VerticalArrowList node 3"/>
        <dsp:cNvSpPr/>
      </dsp:nvSpPr>
      <dsp:spPr>
        <a:xfrm>
          <a:off x="329184" y="2919076"/>
          <a:ext cx="7571232" cy="1251289"/>
        </a:xfrm>
        <a:prstGeom prst="downArrow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Review</a:t>
          </a:r>
        </a:p>
      </dsp:txBody>
    </dsp:sp>
    <dsp:sp modelId="{D8B39CDA-2160-7BFA-D14C-12E924E976A5}">
      <dsp:nvSpPr>
        <dsp:cNvPr id="113" name="VerticalArrowList node 4"/>
        <dsp:cNvSpPr/>
      </dsp:nvSpPr>
      <dsp:spPr>
        <a:xfrm>
          <a:off x="329184" y="4263718"/>
          <a:ext cx="7571232" cy="1251289"/>
        </a:xfrm>
        <a:prstGeom prst="downArrow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Share</a:t>
          </a:r>
        </a:p>
      </dsp:txBody>
    </dsp:sp>
  </dsp:spTree>
</dsp:drawing>
</file>

<file path=ppt/diagrams/layout1.xml><?xml version="1.0" encoding="utf-8"?>
<dgm:layoutDef xmlns:dgm="http://schemas.openxmlformats.org/drawingml/2006/diagram" uniqueId="urn:microsoft.com/office/officeart/2005/8/layout/process1">
  <dgm:title val="FreeP SmartArt"/>
  <dgm:desc val="Deterministic FreeP SmartArt fixture"/>
  <dgm:catLst/>
  <dgm:sampData/>
  <dgm:styleData/>
  <dgm:clrData/>
  <dgm:layoutNode name="root">
    <dgm:varLst/>
    <dgm:alg type="lin"/>
    <dgm:shape type="rect">
      <dgm:adjLst/>
    </dgm:shape>
    <dgm:presOf/>
    <dgm:constrLst/>
    <dgm:ruleLst/>
  </dgm:layoutNode>
</dgm:layoutDef>
</file>

<file path=ppt/diagrams/layout2.xml><?xml version="1.0" encoding="utf-8"?>
<dgm:layoutDef xmlns:dgm="http://schemas.openxmlformats.org/drawingml/2006/diagram" uniqueId="urn:microsoft.com/office/officeart/2005/8/layout/hierarchy1">
  <dgm:title val="FreeP SmartArt"/>
  <dgm:desc val="Deterministic FreeP SmartArt fixture"/>
  <dgm:catLst/>
  <dgm:sampData/>
  <dgm:styleData/>
  <dgm:clrData/>
  <dgm:layoutNode name="root">
    <dgm:varLst/>
    <dgm:alg type="lin"/>
    <dgm:shape type="rect">
      <dgm:adjLst/>
    </dgm:shape>
    <dgm:presOf/>
    <dgm:constrLst/>
    <dgm:ruleLst/>
  </dgm:layoutNode>
</dgm:layoutDef>
</file>

<file path=ppt/diagrams/layout3.xml><?xml version="1.0" encoding="utf-8"?>
<dgm:layoutDef xmlns:dgm="http://schemas.openxmlformats.org/drawingml/2006/diagram" uniqueId="urn:microsoft.com/office/officeart/2005/8/layout/hierarchy3">
  <dgm:title val="FreeP SmartArt"/>
  <dgm:desc val="Deterministic FreeP SmartArt fixture"/>
  <dgm:catLst/>
  <dgm:sampData/>
  <dgm:styleData/>
  <dgm:clrData/>
  <dgm:layoutNode name="root">
    <dgm:varLst/>
    <dgm:alg type="lin"/>
    <dgm:shape type="rect">
      <dgm:adjLst/>
    </dgm:shape>
    <dgm:presOf/>
    <dgm:constrLst/>
    <dgm:ruleLst/>
  </dgm:layoutNode>
</dgm:layoutDef>
</file>

<file path=ppt/diagrams/layout4.xml><?xml version="1.0" encoding="utf-8"?>
<dgm:layoutDef xmlns:dgm="http://schemas.openxmlformats.org/drawingml/2006/diagram" uniqueId="urn:microsoft.com/office/officeart/2005/8/layout/cycle1">
  <dgm:title val="FreeP SmartArt"/>
  <dgm:desc val="Deterministic FreeP SmartArt fixture"/>
  <dgm:catLst/>
  <dgm:sampData/>
  <dgm:styleData/>
  <dgm:clrData/>
  <dgm:layoutNode name="root">
    <dgm:varLst/>
    <dgm:alg type="lin"/>
    <dgm:shape type="rect">
      <dgm:adjLst/>
    </dgm:shape>
    <dgm:presOf/>
    <dgm:constrLst/>
    <dgm:ruleLst/>
  </dgm:layoutNode>
</dgm:layoutDef>
</file>

<file path=ppt/diagrams/layout5.xml><?xml version="1.0" encoding="utf-8"?>
<dgm:layoutDef xmlns:dgm="http://schemas.openxmlformats.org/drawingml/2006/diagram" uniqueId="urn:microsoft.com/office/officeart/2005/8/layout/list1">
  <dgm:title val="FreeP SmartArt"/>
  <dgm:desc val="Deterministic FreeP SmartArt fixture"/>
  <dgm:catLst/>
  <dgm:sampData/>
  <dgm:styleData/>
  <dgm:clrData/>
  <dgm:layoutNode name="root">
    <dgm:varLst/>
    <dgm:alg type="lin"/>
    <dgm:shape type="rect">
      <dgm:adjLst/>
    </dgm:shape>
    <dgm:presOf/>
    <dgm:constrLst/>
    <dgm:ruleLst/>
  </dgm:layoutNode>
</dgm:layoutDef>
</file>

<file path=ppt/diagrams/layout6.xml><?xml version="1.0" encoding="utf-8"?>
<dgm:layoutDef xmlns:dgm="http://schemas.openxmlformats.org/drawingml/2006/diagram" uniqueId="urn:microsoft.com/office/officeart/2005/8/layout/groupedList">
  <dgm:title val="FreeP SmartArt"/>
  <dgm:desc val="Deterministic FreeP SmartArt fixture"/>
  <dgm:catLst/>
  <dgm:sampData/>
  <dgm:styleData/>
  <dgm:clrData/>
  <dgm:layoutNode name="root">
    <dgm:varLst/>
    <dgm:alg type="lin"/>
    <dgm:shape type="rect">
      <dgm:adjLst/>
    </dgm:shape>
    <dgm:presOf/>
    <dgm:constrLst/>
    <dgm:ruleLst/>
  </dgm:layoutNode>
</dgm:layoutDef>
</file>

<file path=ppt/diagrams/layout7.xml><?xml version="1.0" encoding="utf-8"?>
<dgm:layoutDef xmlns:dgm="http://schemas.openxmlformats.org/drawingml/2006/diagram" uniqueId="urn:microsoft.com/office/officeart/2005/8/layout/relationship1">
  <dgm:title val="FreeP SmartArt"/>
  <dgm:desc val="Deterministic FreeP SmartArt fixture"/>
  <dgm:catLst/>
  <dgm:sampData/>
  <dgm:styleData/>
  <dgm:clrData/>
  <dgm:layoutNode name="root">
    <dgm:varLst/>
    <dgm:alg type="lin"/>
    <dgm:shape type="rect">
      <dgm:adjLst/>
    </dgm:shape>
    <dgm:presOf/>
    <dgm:constrLst/>
    <dgm:ruleLst/>
  </dgm:layoutNode>
</dgm:layoutDef>
</file>

<file path=ppt/diagrams/layout8.xml><?xml version="1.0" encoding="utf-8"?>
<dgm:layoutDef xmlns:dgm="http://schemas.openxmlformats.org/drawingml/2006/diagram" uniqueId="urn:microsoft.com/office/officeart/2005/8/layout/gridMatrix">
  <dgm:title val="FreeP SmartArt"/>
  <dgm:desc val="Deterministic FreeP SmartArt fixture"/>
  <dgm:catLst/>
  <dgm:sampData/>
  <dgm:styleData/>
  <dgm:clrData/>
  <dgm:layoutNode name="root">
    <dgm:varLst/>
    <dgm:alg type="lin"/>
    <dgm:shape type="rect">
      <dgm:adjLst/>
    </dgm:shape>
    <dgm:presOf/>
    <dgm:constrLst/>
    <dgm:ruleLst/>
  </dgm:layoutNode>
</dgm:layoutDef>
</file>

<file path=ppt/diagrams/layout9.xml><?xml version="1.0" encoding="utf-8"?>
<dgm:layoutDef xmlns:dgm="http://schemas.openxmlformats.org/drawingml/2006/diagram" uniqueId="urn:microsoft.com/office/officeart/2005/8/layout/increasingCircleProcess">
  <dgm:title val="FreeP SmartArt"/>
  <dgm:desc val="Deterministic FreeP SmartArt fixture"/>
  <dgm:catLst/>
  <dgm:sampData/>
  <dgm:styleData/>
  <dgm:clrData/>
  <dgm:layoutNode name="root">
    <dgm:varLst/>
    <dgm:alg type="lin"/>
    <dgm:shape type="rect">
      <dgm:adjLst/>
    </dgm:shape>
    <dgm:presOf/>
    <dgm:constrLst/>
    <dgm:ruleLst/>
  </dgm:layoutNode>
</dgm:layoutDef>
</file>

<file path=ppt/diagrams/layout10.xml><?xml version="1.0" encoding="utf-8"?>
<dgm:layoutDef xmlns:dgm="http://schemas.openxmlformats.org/drawingml/2006/diagram" uniqueId="urn:microsoft.com/office/officeart/2005/8/layout/verticalArrowList">
  <dgm:title val="FreeP SmartArt"/>
  <dgm:desc val="Deterministic FreeP SmartArt fixture"/>
  <dgm:catLst/>
  <dgm:sampData/>
  <dgm:styleData/>
  <dgm:clrData/>
  <dgm:layoutNode name="root">
    <dgm:varLst/>
    <dgm:alg type="lin"/>
    <dgm:shape type="rect">
      <dgm:adjLst/>
    </dgm:shape>
    <dgm:presOf/>
    <dgm:constrLst/>
    <dgm:ruleLst/>
  </dgm:layoutNode>
</dgm:layoutDef>
</file>

<file path=ppt/diagrams/quickStyle1.xml><?xml version="1.0" encoding="utf-8"?>
<dgm:styleDef xmlns:dgm="http://schemas.openxmlformats.org/drawingml/2006/diagram" xmlns:a="http://schemas.openxmlformats.org/drawingml/2006/main">
  <dgm:title val="FreeP SmartArt"/>
  <dgm:desc val="Deterministic FreeP SmartArt style"/>
  <dgm:catLst/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/>
      <a:fillRef idx="1"/>
      <a:effectRef idx="0"/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>
  <dgm:title val="FreeP SmartArt"/>
  <dgm:desc val="Deterministic FreeP SmartArt style"/>
  <dgm:catLst/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/>
      <a:fillRef idx="1"/>
      <a:effectRef idx="0"/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>
  <dgm:title val="FreeP SmartArt"/>
  <dgm:desc val="Deterministic FreeP SmartArt style"/>
  <dgm:catLst/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/>
      <a:fillRef idx="1"/>
      <a:effectRef idx="0"/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>
  <dgm:title val="FreeP SmartArt"/>
  <dgm:desc val="Deterministic FreeP SmartArt style"/>
  <dgm:catLst/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/>
      <a:fillRef idx="1"/>
      <a:effectRef idx="0"/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>
  <dgm:title val="FreeP SmartArt"/>
  <dgm:desc val="Deterministic FreeP SmartArt style"/>
  <dgm:catLst/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/>
      <a:fillRef idx="1"/>
      <a:effectRef idx="0"/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>
  <dgm:title val="FreeP SmartArt"/>
  <dgm:desc val="Deterministic FreeP SmartArt style"/>
  <dgm:catLst/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/>
      <a:fillRef idx="1"/>
      <a:effectRef idx="0"/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>
  <dgm:title val="FreeP SmartArt"/>
  <dgm:desc val="Deterministic FreeP SmartArt style"/>
  <dgm:catLst/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/>
      <a:fillRef idx="1"/>
      <a:effectRef idx="0"/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>
  <dgm:title val="FreeP SmartArt"/>
  <dgm:desc val="Deterministic FreeP SmartArt style"/>
  <dgm:catLst/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/>
      <a:fillRef idx="1"/>
      <a:effectRef idx="0"/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>
  <dgm:title val="FreeP SmartArt"/>
  <dgm:desc val="Deterministic FreeP SmartArt style"/>
  <dgm:catLst/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/>
      <a:fillRef idx="1"/>
      <a:effectRef idx="0"/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>
  <dgm:title val="FreeP SmartArt"/>
  <dgm:desc val="Deterministic FreeP SmartArt style"/>
  <dgm:catLst/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/>
      <a:fillRef idx="1"/>
      <a:effectRef idx="0"/>
      <a:fontRef idx="minor"/>
    </dgm:style>
  </dgm:styleLbl>
</dgm:styleDef>
</file>

<file path=ppt/slideLayouts/_rels/slideLayout1.xml.rels>&#65279;<?xml version="1.0" encoding="utf-8" standalone="yes"?>
<Relationships xmlns="http://schemas.openxmlformats.org/package/2006/relationships">
  <Relationship Id="rId1" Type="http://schemas.openxmlformats.org/officeDocument/2006/relationships/slideMaster" Target="../slideMasters/slideMaster1.xml" />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&#65279;<?xml version="1.0" encoding="utf-8" standalone="yes"?>
<Relationships xmlns="http://schemas.openxmlformats.org/package/2006/relationships">
  <Relationship Id="rId1" Type="http://schemas.openxmlformats.org/officeDocument/2006/relationships/theme" Target="../theme/theme1.xml" />
  <Relationship Id="rId2" Type="http://schemas.openxmlformats.org/officeDocument/2006/relationships/slideLayout" Target="../slideLayouts/slideLayout1.xml" />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xStyles>
    <p:titleStyle>
      <a:lvl1pPr>
        <a:defRPr/>
      </a:lvl1pPr>
    </p:titleStyle>
    <p:bodyStyle>
      <a:lvl1pPr>
        <a:defRPr/>
      </a:lvl1pPr>
    </p:bodyStyle>
    <p:otherStyle>
      <a:lvl1pPr>
        <a:defRPr/>
      </a:lvl1pPr>
    </p:otherStyle>
  </p:txStyles>
</p:sldMaster>
</file>

<file path=ppt/slides/_rels/slide1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1.xml" />
  <Relationship Id="rIdLo1" Type="http://schemas.openxmlformats.org/officeDocument/2006/relationships/diagramLayout" Target="../diagrams/layout1.xml" />
  <Relationship Id="rIdQs1" Type="http://schemas.openxmlformats.org/officeDocument/2006/relationships/diagramQuickStyle" Target="../diagrams/quickStyle1.xml" />
  <Relationship Id="rIdCs1" Type="http://schemas.openxmlformats.org/officeDocument/2006/relationships/diagramColors" Target="../diagrams/colors1.xml" />
  <Relationship Id="rIdDraw1" Type="http://schemas.microsoft.com/office/2007/relationships/diagramDrawing" Target="../diagrams/drawing1.xml" />
</Relationships>
</file>

<file path=ppt/slides/_rels/slide2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2.xml" />
  <Relationship Id="rIdLo1" Type="http://schemas.openxmlformats.org/officeDocument/2006/relationships/diagramLayout" Target="../diagrams/layout2.xml" />
  <Relationship Id="rIdQs1" Type="http://schemas.openxmlformats.org/officeDocument/2006/relationships/diagramQuickStyle" Target="../diagrams/quickStyle2.xml" />
  <Relationship Id="rIdCs1" Type="http://schemas.openxmlformats.org/officeDocument/2006/relationships/diagramColors" Target="../diagrams/colors2.xml" />
  <Relationship Id="rIdDraw1" Type="http://schemas.microsoft.com/office/2007/relationships/diagramDrawing" Target="../diagrams/drawing2.xml" />
</Relationships>
</file>

<file path=ppt/slides/_rels/slide3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3.xml" />
  <Relationship Id="rIdLo1" Type="http://schemas.openxmlformats.org/officeDocument/2006/relationships/diagramLayout" Target="../diagrams/layout3.xml" />
  <Relationship Id="rIdQs1" Type="http://schemas.openxmlformats.org/officeDocument/2006/relationships/diagramQuickStyle" Target="../diagrams/quickStyle3.xml" />
  <Relationship Id="rIdCs1" Type="http://schemas.openxmlformats.org/officeDocument/2006/relationships/diagramColors" Target="../diagrams/colors3.xml" />
  <Relationship Id="rIdDraw1" Type="http://schemas.microsoft.com/office/2007/relationships/diagramDrawing" Target="../diagrams/drawing3.xml" />
</Relationships>
</file>

<file path=ppt/slides/_rels/slide4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4.xml" />
  <Relationship Id="rIdLo1" Type="http://schemas.openxmlformats.org/officeDocument/2006/relationships/diagramLayout" Target="../diagrams/layout4.xml" />
  <Relationship Id="rIdQs1" Type="http://schemas.openxmlformats.org/officeDocument/2006/relationships/diagramQuickStyle" Target="../diagrams/quickStyle4.xml" />
  <Relationship Id="rIdCs1" Type="http://schemas.openxmlformats.org/officeDocument/2006/relationships/diagramColors" Target="../diagrams/colors4.xml" />
  <Relationship Id="rIdDraw1" Type="http://schemas.microsoft.com/office/2007/relationships/diagramDrawing" Target="../diagrams/drawing4.xml" />
</Relationships>
</file>

<file path=ppt/slides/_rels/slide5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5.xml" />
  <Relationship Id="rIdLo1" Type="http://schemas.openxmlformats.org/officeDocument/2006/relationships/diagramLayout" Target="../diagrams/layout5.xml" />
  <Relationship Id="rIdQs1" Type="http://schemas.openxmlformats.org/officeDocument/2006/relationships/diagramQuickStyle" Target="../diagrams/quickStyle5.xml" />
  <Relationship Id="rIdCs1" Type="http://schemas.openxmlformats.org/officeDocument/2006/relationships/diagramColors" Target="../diagrams/colors5.xml" />
  <Relationship Id="rIdDraw1" Type="http://schemas.microsoft.com/office/2007/relationships/diagramDrawing" Target="../diagrams/drawing5.xml" />
</Relationships>
</file>

<file path=ppt/slides/_rels/slide6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6.xml" />
  <Relationship Id="rIdLo1" Type="http://schemas.openxmlformats.org/officeDocument/2006/relationships/diagramLayout" Target="../diagrams/layout6.xml" />
  <Relationship Id="rIdQs1" Type="http://schemas.openxmlformats.org/officeDocument/2006/relationships/diagramQuickStyle" Target="../diagrams/quickStyle6.xml" />
  <Relationship Id="rIdCs1" Type="http://schemas.openxmlformats.org/officeDocument/2006/relationships/diagramColors" Target="../diagrams/colors6.xml" />
  <Relationship Id="rIdDraw1" Type="http://schemas.microsoft.com/office/2007/relationships/diagramDrawing" Target="../diagrams/drawing6.xml" />
</Relationships>
</file>

<file path=ppt/slides/_rels/slide7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7.xml" />
  <Relationship Id="rIdLo1" Type="http://schemas.openxmlformats.org/officeDocument/2006/relationships/diagramLayout" Target="../diagrams/layout7.xml" />
  <Relationship Id="rIdQs1" Type="http://schemas.openxmlformats.org/officeDocument/2006/relationships/diagramQuickStyle" Target="../diagrams/quickStyle7.xml" />
  <Relationship Id="rIdCs1" Type="http://schemas.openxmlformats.org/officeDocument/2006/relationships/diagramColors" Target="../diagrams/colors7.xml" />
  <Relationship Id="rIdDraw1" Type="http://schemas.microsoft.com/office/2007/relationships/diagramDrawing" Target="../diagrams/drawing7.xml" />
</Relationships>
</file>

<file path=ppt/slides/_rels/slide8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8.xml" />
  <Relationship Id="rIdLo1" Type="http://schemas.openxmlformats.org/officeDocument/2006/relationships/diagramLayout" Target="../diagrams/layout8.xml" />
  <Relationship Id="rIdQs1" Type="http://schemas.openxmlformats.org/officeDocument/2006/relationships/diagramQuickStyle" Target="../diagrams/quickStyle8.xml" />
  <Relationship Id="rIdCs1" Type="http://schemas.openxmlformats.org/officeDocument/2006/relationships/diagramColors" Target="../diagrams/colors8.xml" />
  <Relationship Id="rIdDraw1" Type="http://schemas.microsoft.com/office/2007/relationships/diagramDrawing" Target="../diagrams/drawing8.xml" />
</Relationships>
</file>

<file path=ppt/slides/_rels/slide9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9.xml" />
  <Relationship Id="rIdLo1" Type="http://schemas.openxmlformats.org/officeDocument/2006/relationships/diagramLayout" Target="../diagrams/layout9.xml" />
  <Relationship Id="rIdQs1" Type="http://schemas.openxmlformats.org/officeDocument/2006/relationships/diagramQuickStyle" Target="../diagrams/quickStyle9.xml" />
  <Relationship Id="rIdCs1" Type="http://schemas.openxmlformats.org/officeDocument/2006/relationships/diagramColors" Target="../diagrams/colors9.xml" />
  <Relationship Id="rIdDraw1" Type="http://schemas.microsoft.com/office/2007/relationships/diagramDrawing" Target="../diagrams/drawing9.xml" />
</Relationships>
</file>

<file path=ppt/slides/_rels/slide10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10.xml" />
  <Relationship Id="rIdLo1" Type="http://schemas.openxmlformats.org/officeDocument/2006/relationships/diagramLayout" Target="../diagrams/layout10.xml" />
  <Relationship Id="rIdQs1" Type="http://schemas.openxmlformats.org/officeDocument/2006/relationships/diagramQuickStyle" Target="../diagrams/quickStyle10.xml" />
  <Relationship Id="rIdCs1" Type="http://schemas.openxmlformats.org/officeDocument/2006/relationships/diagramColors" Target="../diagrams/colors10.xml" />
  <Relationship Id="rIdDraw1" Type="http://schemas.microsoft.com/office/2007/relationships/diagramDrawing" Target="../diagrams/drawing10.xml" />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Process</a:t>
            </a:r>
          </a:p>
        </p:txBody>
      </p:sp>
      <p:graphicFrame>
        <p:nvGraphicFramePr>
          <p:cNvPr id="3" name="SmartArt 1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Hierarchy</a:t>
            </a:r>
          </a:p>
        </p:txBody>
      </p:sp>
      <p:graphicFrame>
        <p:nvGraphicFramePr>
          <p:cNvPr id="3" name="SmartArt 2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Hierarchy3</a:t>
            </a:r>
          </a:p>
        </p:txBody>
      </p:sp>
      <p:graphicFrame>
        <p:nvGraphicFramePr>
          <p:cNvPr id="3" name="SmartArt 3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Cycle</a:t>
            </a:r>
          </a:p>
        </p:txBody>
      </p:sp>
      <p:graphicFrame>
        <p:nvGraphicFramePr>
          <p:cNvPr id="3" name="SmartArt 4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List</a:t>
            </a:r>
          </a:p>
        </p:txBody>
      </p:sp>
      <p:graphicFrame>
        <p:nvGraphicFramePr>
          <p:cNvPr id="3" name="SmartArt 5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- Grouped List</a:t>
            </a:r>
          </a:p>
        </p:txBody>
      </p:sp>
      <p:graphicFrame>
        <p:nvGraphicFramePr>
          <p:cNvPr id="3" name="SmartArt 6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- Relationship1</a:t>
            </a:r>
          </a:p>
        </p:txBody>
      </p:sp>
      <p:graphicFrame>
        <p:nvGraphicFramePr>
          <p:cNvPr id="3" name="SmartArt 7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- Grid Matrix</a:t>
            </a:r>
          </a:p>
        </p:txBody>
      </p:sp>
      <p:graphicFrame>
        <p:nvGraphicFramePr>
          <p:cNvPr id="3" name="SmartArt 8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- Increasing Circle Process</a:t>
            </a:r>
          </a:p>
        </p:txBody>
      </p:sp>
      <p:graphicFrame>
        <p:nvGraphicFramePr>
          <p:cNvPr id="3" name="SmartArt 9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- Vertical Arrow List</a:t>
            </a:r>
          </a:p>
        </p:txBody>
      </p:sp>
      <p:graphicFrame>
        <p:nvGraphicFramePr>
          <p:cNvPr id="3" name="SmartArt 10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9D18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