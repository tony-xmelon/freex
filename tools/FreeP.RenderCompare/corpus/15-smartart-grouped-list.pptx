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s/slide2.xml" ContentType="application/vnd.openxmlformats-officedocument.presentationml.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s/slide3.xml" ContentType="application/vnd.openxmlformats-officedocument.presentationml.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slides/slide4.xml" ContentType="application/vnd.openxmlformats-officedocument.presentationml.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slides/slide5.xml" ContentType="application/vnd.openxmlformats-officedocument.presentationml.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slides/slide6.xml" ContentType="application/vnd.openxmlformats-officedocument.presentationml.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slides/slide7.xml" ContentType="application/vnd.openxmlformats-officedocument.presentationml.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slides/slide8.xml" ContentType="application/vnd.openxmlformats-officedocument.presentationml.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</Types>
</file>

<file path=_rels/.rels>&#65279;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 />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xmlns:p15="http://schemas.microsoft.com/office/powerpoint/2012/main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</p:sldIdLst>
  <p:sldSz cx="9144000" cy="6858000"/>
  <p:notesSz cx="6858000" cy="9144000"/>
  <p:extLst>
    <p:ext uri="{EFAFB233-063F-42B5-8137-9DF3F51BA10A}">
      <p15:sldGuideLst/>
    </p:ext>
  </p:extLst>
</p:presentation>
</file>

<file path=ppt/_rels/presentation.xml.rels>&#65279;<?xml version="1.0" encoding="utf-8" standalone="yes"?>
<Relationships xmlns="http://schemas.openxmlformats.org/package/2006/relationships">
  <Relationship Id="rIdMaster1" Type="http://schemas.openxmlformats.org/officeDocument/2006/relationships/slideMaster" Target="slideMasters/slideMaster1.xml" />
  <Relationship Id="rIdSlide1" Type="http://schemas.openxmlformats.org/officeDocument/2006/relationships/slide" Target="slides/slide1.xml" />
  <Relationship Id="rIdSlide2" Type="http://schemas.openxmlformats.org/officeDocument/2006/relationships/slide" Target="slides/slide2.xml" />
  <Relationship Id="rIdSlide3" Type="http://schemas.openxmlformats.org/officeDocument/2006/relationships/slide" Target="slides/slide3.xml" />
  <Relationship Id="rIdSlide4" Type="http://schemas.openxmlformats.org/officeDocument/2006/relationships/slide" Target="slides/slide4.xml" />
  <Relationship Id="rIdSlide5" Type="http://schemas.openxmlformats.org/officeDocument/2006/relationships/slide" Target="slides/slide5.xml" />
  <Relationship Id="rIdSlide6" Type="http://schemas.openxmlformats.org/officeDocument/2006/relationships/slide" Target="slides/slide6.xml" />
  <Relationship Id="rIdSlide7" Type="http://schemas.openxmlformats.org/officeDocument/2006/relationships/slide" Target="slides/slide7.xml" />
  <Relationship Id="rIdSlide8" Type="http://schemas.openxmlformats.org/officeDocument/2006/relationships/slide" Target="slides/slide8.xml" />
</Relationships>
</file>

<file path=ppt/diagrams/_rels/data1.xml.rels>&#65279;<?xml version="1.0" encoding="utf-8" standalone="yes"?>
<Relationships xmlns="http://schemas.openxmlformats.org/package/2006/relationships">
  <Relationship Id="rIdDraw1" Type="http://schemas.microsoft.com/office/2007/relationships/diagramDrawing" Target="drawing1.xml" />
</Relationships>
</file>

<file path=ppt/diagrams/_rels/data2.xml.rels>&#65279;<?xml version="1.0" encoding="utf-8" standalone="yes"?>
<Relationships xmlns="http://schemas.openxmlformats.org/package/2006/relationships">
  <Relationship Id="rIdDraw1" Type="http://schemas.microsoft.com/office/2007/relationships/diagramDrawing" Target="drawing2.xml" />
</Relationships>
</file>

<file path=ppt/diagrams/_rels/data3.xml.rels>&#65279;<?xml version="1.0" encoding="utf-8" standalone="yes"?>
<Relationships xmlns="http://schemas.openxmlformats.org/package/2006/relationships">
  <Relationship Id="rIdDraw1" Type="http://schemas.microsoft.com/office/2007/relationships/diagramDrawing" Target="drawing3.xml" />
</Relationships>
</file>

<file path=ppt/diagrams/_rels/data4.xml.rels>&#65279;<?xml version="1.0" encoding="utf-8" standalone="yes"?>
<Relationships xmlns="http://schemas.openxmlformats.org/package/2006/relationships">
  <Relationship Id="rIdDraw1" Type="http://schemas.microsoft.com/office/2007/relationships/diagramDrawing" Target="drawing4.xml" />
</Relationships>
</file>

<file path=ppt/diagrams/_rels/data5.xml.rels>&#65279;<?xml version="1.0" encoding="utf-8" standalone="yes"?>
<Relationships xmlns="http://schemas.openxmlformats.org/package/2006/relationships">
  <Relationship Id="rIdDraw1" Type="http://schemas.microsoft.com/office/2007/relationships/diagramDrawing" Target="drawing5.xml" />
</Relationships>
</file>

<file path=ppt/diagrams/_rels/data6.xml.rels>&#65279;<?xml version="1.0" encoding="utf-8" standalone="yes"?>
<Relationships xmlns="http://schemas.openxmlformats.org/package/2006/relationships">
  <Relationship Id="rIdDraw1" Type="http://schemas.microsoft.com/office/2007/relationships/diagramDrawing" Target="drawing6.xml" />
</Relationships>
</file>

<file path=ppt/diagrams/_rels/data7.xml.rels>&#65279;<?xml version="1.0" encoding="utf-8" standalone="yes"?>
<Relationships xmlns="http://schemas.openxmlformats.org/package/2006/relationships">
  <Relationship Id="rIdDraw1" Type="http://schemas.microsoft.com/office/2007/relationships/diagramDrawing" Target="drawing7.xml" />
</Relationships>
</file>

<file path=ppt/diagrams/_rels/data8.xml.rels>&#65279;<?xml version="1.0" encoding="utf-8" standalone="yes"?>
<Relationships xmlns="http://schemas.openxmlformats.org/package/2006/relationships">
  <Relationship Id="rIdDraw1" Type="http://schemas.microsoft.com/office/2007/relationships/diagramDrawing" Target="drawing8.xml" />
</Relationships>
</file>

<file path=ppt/diagrams/colors1.xml><?xml version="1.0" encoding="utf-8"?>
<dgm:colorsDef xmlns:dgm="http://schemas.openxmlformats.org/drawingml/2006/diagram"/>
</file>

<file path=ppt/diagrams/colors2.xml><?xml version="1.0" encoding="utf-8"?>
<dgm:colorsDef xmlns:dgm="http://schemas.openxmlformats.org/drawingml/2006/diagram"/>
</file>

<file path=ppt/diagrams/colors3.xml><?xml version="1.0" encoding="utf-8"?>
<dgm:colorsDef xmlns:dgm="http://schemas.openxmlformats.org/drawingml/2006/diagram"/>
</file>

<file path=ppt/diagrams/colors4.xml><?xml version="1.0" encoding="utf-8"?>
<dgm:colorsDef xmlns:dgm="http://schemas.openxmlformats.org/drawingml/2006/diagram"/>
</file>

<file path=ppt/diagrams/colors5.xml><?xml version="1.0" encoding="utf-8"?>
<dgm:colorsDef xmlns:dgm="http://schemas.openxmlformats.org/drawingml/2006/diagram"/>
</file>

<file path=ppt/diagrams/colors6.xml><?xml version="1.0" encoding="utf-8"?>
<dgm:colorsDef xmlns:dgm="http://schemas.openxmlformats.org/drawingml/2006/diagram"/>
</file>

<file path=ppt/diagrams/colors7.xml><?xml version="1.0" encoding="utf-8"?>
<dgm:colorsDef xmlns:dgm="http://schemas.openxmlformats.org/drawingml/2006/diagram"/>
</file>

<file path=ppt/diagrams/colors8.xml><?xml version="1.0" encoding="utf-8"?>
<dgm:colorsDef xmlns:dgm="http://schemas.openxmlformats.org/drawingml/2006/diagram"/>
</file>

<file path=ppt/diagrams/data1.xml><?xml version="1.0" encoding="utf-8"?>
<dgm:dataModel xmlns:dgm="http://schemas.openxmlformats.org/drawingml/2006/diagram" xmlns:a="http://schemas.openxmlformats.org/drawingml/2006/main">
  <dgm:ptLst>
    <dgm:pt modelId="n1" type="node">
      <dgm:t>
        <a:p>
          <a:r>
            <a:rPr lang="en-US"/>
            <a:t>Plan</a:t>
          </a:r>
        </a:p>
      </dgm:t>
    </dgm:pt>
    <dgm:pt modelId="n2" type="node">
      <dgm:t>
        <a:p>
          <a:r>
            <a:rPr lang="en-US"/>
            <a:t>Design</a:t>
          </a:r>
        </a:p>
      </dgm:t>
    </dgm:pt>
    <dgm:pt modelId="n3" type="node">
      <dgm:t>
        <a:p>
          <a:r>
            <a:rPr lang="en-US"/>
            <a:t>Build</a:t>
          </a:r>
        </a:p>
      </dgm:t>
    </dgm:pt>
    <dgm:pt modelId="n4" type="node">
      <dgm:t>
        <a:p>
          <a:r>
            <a:rPr lang="en-US"/>
            <a:t>Test</a:t>
          </a:r>
        </a:p>
      </dgm:t>
    </dgm:pt>
    <dgm:pt modelId="n5" type="node">
      <dgm:t>
        <a:p>
          <a:r>
            <a:rPr lang="en-US"/>
            <a:t>Deploy</a:t>
          </a:r>
        </a:p>
      </dgm:t>
    </dgm:pt>
  </dgm:ptLst>
  <dgm:cxnLst>
    <dgm:cxn type="parOf" srcId="n1" destId="n2"/>
    <dgm:cxn type="parOf" srcId="n2" destId="n3"/>
    <dgm:cxn type="parOf" srcId="n3" destId="n4"/>
    <dgm:cxn type="parOf" srcId="n4" destId="n5"/>
  </dgm:cxn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r" type="node">
      <dgm:t>
        <a:p>
          <a:r>
            <a:rPr lang="en-US"/>
            <a:t>CEO</a:t>
          </a:r>
        </a:p>
      </dgm:t>
    </dgm:pt>
    <dgm:pt modelId="c1" type="node">
      <dgm:t>
        <a:p>
          <a:r>
            <a:rPr lang="en-US"/>
            <a:t>VP Sales</a:t>
          </a:r>
        </a:p>
      </dgm:t>
    </dgm:pt>
    <dgm:pt modelId="c2" type="node">
      <dgm:t>
        <a:p>
          <a:r>
            <a:rPr lang="en-US"/>
            <a:t>VP Engineering</a:t>
          </a:r>
        </a:p>
      </dgm:t>
    </dgm:pt>
    <dgm:pt modelId="c3" type="node">
      <dgm:t>
        <a:p>
          <a:r>
            <a:rPr lang="en-US"/>
            <a:t>VP Marketing</a:t>
          </a:r>
        </a:p>
      </dgm:t>
    </dgm:pt>
  </dgm:ptLst>
  <dgm:cxnLst>
    <dgm:cxn type="parOf" srcId="r" destId="c1"/>
    <dgm:cxn type="parOf" srcId="r" destId="c2"/>
    <dgm:cxn type="parOf" srcId="r" destId="c3"/>
  </dgm:cxn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r" type="node">
      <dgm:t>
        <a:p>
          <a:r>
            <a:rPr lang="en-US"/>
            <a:t>CEO</a:t>
          </a:r>
        </a:p>
      </dgm:t>
    </dgm:pt>
    <dgm:pt modelId="c1" type="node">
      <dgm:t>
        <a:p>
          <a:r>
            <a:rPr lang="en-US"/>
            <a:t>VP Sales</a:t>
          </a:r>
        </a:p>
      </dgm:t>
    </dgm:pt>
    <dgm:pt modelId="c2" type="node">
      <dgm:t>
        <a:p>
          <a:r>
            <a:rPr lang="en-US"/>
            <a:t>VP Engineering</a:t>
          </a:r>
        </a:p>
      </dgm:t>
    </dgm:pt>
    <dgm:pt modelId="c3" type="node">
      <dgm:t>
        <a:p>
          <a:r>
            <a:rPr lang="en-US"/>
            <a:t>VP Marketing</a:t>
          </a:r>
        </a:p>
      </dgm:t>
    </dgm:pt>
  </dgm:ptLst>
  <dgm:cxnLst>
    <dgm:cxn type="parOf" srcId="r" destId="c1"/>
    <dgm:cxn type="parOf" srcId="r" destId="c2"/>
    <dgm:cxn type="parOf" srcId="r" destId="c3"/>
  </dgm:cxn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a" type="node">
      <dgm:t>
        <a:p>
          <a:r>
            <a:rPr lang="en-US"/>
            <a:t>Idea</a:t>
          </a:r>
        </a:p>
      </dgm:t>
    </dgm:pt>
    <dgm:pt modelId="b" type="node">
      <dgm:t>
        <a:p>
          <a:r>
            <a:rPr lang="en-US"/>
            <a:t>Plan</a:t>
          </a:r>
        </a:p>
      </dgm:t>
    </dgm:pt>
    <dgm:pt modelId="c" type="node">
      <dgm:t>
        <a:p>
          <a:r>
            <a:rPr lang="en-US"/>
            <a:t>Execute</a:t>
          </a:r>
        </a:p>
      </dgm:t>
    </dgm:pt>
    <dgm:pt modelId="d" type="node">
      <dgm:t>
        <a:p>
          <a:r>
            <a:rPr lang="en-US"/>
            <a:t>Review</a:t>
          </a:r>
        </a:p>
      </dgm:t>
    </dgm:pt>
    <dgm:pt modelId="e" type="node">
      <dgm:t>
        <a:p>
          <a:r>
            <a:rPr lang="en-US"/>
            <a:t>Improve</a:t>
          </a:r>
        </a:p>
      </dgm:t>
    </dgm:pt>
  </dgm:ptLst>
  <dgm:cxnLst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i1" type="node">
      <dgm:t>
        <a:p>
          <a:r>
            <a:rPr lang="en-US"/>
            <a:t>Requirement 1</a:t>
          </a:r>
        </a:p>
      </dgm:t>
    </dgm:pt>
    <dgm:pt modelId="i2" type="node">
      <dgm:t>
        <a:p>
          <a:r>
            <a:rPr lang="en-US"/>
            <a:t>Requirement 2</a:t>
          </a:r>
        </a:p>
      </dgm:t>
    </dgm:pt>
    <dgm:pt modelId="i3" type="node">
      <dgm:t>
        <a:p>
          <a:r>
            <a:rPr lang="en-US"/>
            <a:t>Requirement 3</a:t>
          </a:r>
        </a:p>
      </dgm:t>
    </dgm:pt>
    <dgm:pt modelId="i4" type="node">
      <dgm:t>
        <a:p>
          <a:r>
            <a:rPr lang="en-US"/>
            <a:t>Requirement 4</a:t>
          </a:r>
        </a:p>
      </dgm:t>
    </dgm:pt>
  </dgm:ptLst>
  <dgm:cxnLst/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g1" type="node">
      <dgm:t>
        <a:p>
          <a:r>
            <a:rPr lang="en-US"/>
            <a:t>Plan</a:t>
          </a:r>
        </a:p>
      </dgm:t>
    </dgm:pt>
    <dgm:pt modelId="g1a" type="node">
      <dgm:t>
        <a:p>
          <a:r>
            <a:rPr lang="en-US"/>
            <a:t>Scope</a:t>
          </a:r>
        </a:p>
      </dgm:t>
    </dgm:pt>
    <dgm:pt modelId="g1b" type="node">
      <dgm:t>
        <a:p>
          <a:r>
            <a:rPr lang="en-US"/>
            <a:t>Schedule</a:t>
          </a:r>
        </a:p>
      </dgm:t>
    </dgm:pt>
    <dgm:pt modelId="g2" type="node">
      <dgm:t>
        <a:p>
          <a:r>
            <a:rPr lang="en-US"/>
            <a:t>Build</a:t>
          </a:r>
        </a:p>
      </dgm:t>
    </dgm:pt>
    <dgm:pt modelId="g2a" type="node">
      <dgm:t>
        <a:p>
          <a:r>
            <a:rPr lang="en-US"/>
            <a:t>Implement</a:t>
          </a:r>
        </a:p>
      </dgm:t>
    </dgm:pt>
    <dgm:pt modelId="g2b" type="node">
      <dgm:t>
        <a:p>
          <a:r>
            <a:rPr lang="en-US"/>
            <a:t>Verify</a:t>
          </a:r>
        </a:p>
      </dgm:t>
    </dgm:pt>
  </dgm:ptLst>
  <dgm:cxnLst>
    <dgm:cxn type="parOf" srcId="g1" destId="g1a"/>
    <dgm:cxn type="parOf" srcId="g1" destId="g1b"/>
    <dgm:cxn type="parOf" srcId="g2" destId="g2a"/>
    <dgm:cxn type="parOf" srcId="g2" destId="g2b"/>
  </dgm:cxn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rel1" type="node">
      <dgm:t>
        <a:p>
          <a:r>
            <a:rPr lang="en-US"/>
            <a:t>Audience</a:t>
          </a:r>
        </a:p>
      </dgm:t>
    </dgm:pt>
    <dgm:pt modelId="rel2" type="node">
      <dgm:t>
        <a:p>
          <a:r>
            <a:rPr lang="en-US"/>
            <a:t>Need</a:t>
          </a:r>
        </a:p>
      </dgm:t>
    </dgm:pt>
    <dgm:pt modelId="rel3" type="node">
      <dgm:t>
        <a:p>
          <a:r>
            <a:rPr lang="en-US"/>
            <a:t>Offer</a:t>
          </a:r>
        </a:p>
      </dgm:t>
    </dgm:pt>
  </dgm:ptLst>
  <dgm:cxnLst/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grid1" type="node">
      <dgm:t>
        <a:p>
          <a:r>
            <a:rPr lang="en-US"/>
            <a:t>Axis</a:t>
          </a:r>
        </a:p>
      </dgm:t>
    </dgm:pt>
    <dgm:pt modelId="grid2" type="node">
      <dgm:t>
        <a:p>
          <a:r>
            <a:rPr lang="en-US"/>
            <a:t>Speed</a:t>
          </a:r>
        </a:p>
      </dgm:t>
    </dgm:pt>
    <dgm:pt modelId="grid3" type="node">
      <dgm:t>
        <a:p>
          <a:r>
            <a:rPr lang="en-US"/>
            <a:t>Quality</a:t>
          </a:r>
        </a:p>
      </dgm:t>
    </dgm:pt>
    <dgm:pt modelId="grid4" type="node">
      <dgm:t>
        <a:p>
          <a:r>
            <a:rPr lang="en-US"/>
            <a:t>Cost</a:t>
          </a:r>
        </a:p>
      </dgm:t>
    </dgm:pt>
  </dgm:ptLst>
  <dgm:cxnLst/>
</dgm:dataModel>
</file>

<file path=ppt/diagrams/drawing1.xml><?xml version="1.0" encoding="utf-8"?>
<dsp:drawing xmlns:dsp="http://schemas.microsoft.com/office/drawing/2008/diagram">
  <dsp:spTree/>
</dsp:drawing>
</file>

<file path=ppt/diagrams/drawing2.xml><?xml version="1.0" encoding="utf-8"?>
<dsp:drawing xmlns:dsp="http://schemas.microsoft.com/office/drawing/2008/diagram">
  <dsp:spTree/>
</dsp:drawing>
</file>

<file path=ppt/diagrams/drawing3.xml><?xml version="1.0" encoding="utf-8"?>
<dsp:drawing xmlns:dsp="http://schemas.microsoft.com/office/drawing/2008/diagram" xmlns:a="http://schemas.openxmlformats.org/drawingml/2006/main">
  <dsp:spTree>
    <dsp:sp>
      <dsp:nvSpPr>
        <dsp:cNvPr id="10" name="Hierarchy3 node 1"/>
        <dsp:cNvSpPr/>
        <dsp:nvPr/>
      </dsp:nvSpPr>
      <dsp:spPr>
        <a:xfrm>
          <a:off x="2359189" y="480"/>
          <a:ext cx="2757165" cy="1378582"/>
        </a:xfrm>
        <a:prstGeom prst="roundRect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CEO</a:t>
          </a:r>
        </a:p>
      </dsp:txBody>
    </dsp:sp>
    <dsp:sp>
      <dsp:nvSpPr>
        <dsp:cNvPr id="11" name="Hierarchy3 node 2"/>
        <dsp:cNvSpPr/>
        <dsp:nvPr/>
      </dsp:nvSpPr>
      <dsp:spPr>
        <a:xfrm>
          <a:off x="2910622" y="1723708"/>
          <a:ext cx="2205732" cy="1378582"/>
        </a:xfrm>
        <a:prstGeom prst="roundRect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VP Sales</a:t>
          </a:r>
        </a:p>
      </dsp:txBody>
    </dsp:sp>
    <dsp:sp>
      <dsp:nvSpPr>
        <dsp:cNvPr id="12" name="Hierarchy3 node 3"/>
        <dsp:cNvSpPr/>
        <dsp:nvPr/>
      </dsp:nvSpPr>
      <dsp:spPr>
        <a:xfrm>
          <a:off x="2910622" y="3446936"/>
          <a:ext cx="2205732" cy="1378582"/>
        </a:xfrm>
        <a:prstGeom prst="roundRect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VP Engineering</a:t>
          </a:r>
        </a:p>
      </dsp:txBody>
    </dsp:sp>
    <dsp:sp>
      <dsp:nvSpPr>
        <dsp:cNvPr id="13" name="Hierarchy3 node 4"/>
        <dsp:cNvSpPr/>
        <dsp:nvPr/>
      </dsp:nvSpPr>
      <dsp:spPr>
        <a:xfrm>
          <a:off x="5805645" y="480"/>
          <a:ext cx="2757165" cy="1378582"/>
        </a:xfrm>
        <a:prstGeom prst="roundRect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VP Marketing</a:t>
          </a:r>
        </a:p>
      </dsp:txBody>
    </dsp:sp>
    <dsp:sp>
      <dsp:nvSpPr>
        <dsp:cNvPr id="30" name="Hierarchy3 template 1"/>
        <dsp:cNvSpPr/>
        <dsp:nvPr/>
      </dsp:nvSpPr>
      <dsp:spPr>
        <a:xfrm>
          <a:off x="6357078" y="1723708"/>
          <a:ext cx="2205732" cy="1378582"/>
        </a:xfrm>
        <a:prstGeom prst="roundRect">
          <a:avLst/>
        </a:prstGeom>
        <a:solidFill>
          <a:srgbClr val="4472C4"/>
        </a:solidFill>
        <a:ln/>
      </dsp:spPr>
    </dsp:sp>
    <dsp:sp>
      <dsp:nvSpPr>
        <dsp:cNvPr id="31" name="Hierarchy3 template 2"/>
        <dsp:cNvSpPr/>
        <dsp:nvPr/>
      </dsp:nvSpPr>
      <dsp:spPr>
        <a:xfrm>
          <a:off x="6357078" y="3446936"/>
          <a:ext cx="2205732" cy="1378582"/>
        </a:xfrm>
        <a:prstGeom prst="roundRect">
          <a:avLst/>
        </a:prstGeom>
        <a:solidFill>
          <a:srgbClr val="4472C4"/>
        </a:solidFill>
        <a:ln/>
      </dsp:spPr>
    </dsp:sp>
    <dsp:sp>
      <dsp:nvSpPr>
        <dsp:cNvPr id="20" name="Hierarchy3 connector 1"/>
        <dsp:cNvSpPr/>
        <dsp:nvPr/>
      </dsp:nvSpPr>
      <dsp:spPr>
        <a:xfrm>
          <a:off x="2634905" y="1379063"/>
          <a:ext cx="275716" cy="1033936"/>
        </a:xfrm>
        <a:ln>
          <a:solidFill>
            <a:srgbClr val="0E4B66"/>
          </a:solidFill>
          <a:prstDash val="solid"/>
        </a:ln>
      </dsp:spPr>
    </dsp:sp>
    <dsp:sp>
      <dsp:nvSpPr>
        <dsp:cNvPr id="21" name="Hierarchy3 connector 2"/>
        <dsp:cNvSpPr/>
        <dsp:nvPr/>
      </dsp:nvSpPr>
      <dsp:spPr>
        <a:xfrm>
          <a:off x="2634905" y="1379063"/>
          <a:ext cx="275716" cy="2757165"/>
        </a:xfrm>
        <a:ln>
          <a:solidFill>
            <a:srgbClr val="0E4B66"/>
          </a:solidFill>
          <a:prstDash val="solid"/>
        </a:ln>
      </dsp:spPr>
    </dsp:sp>
    <dsp:sp>
      <dsp:nvSpPr>
        <dsp:cNvPr id="22" name="Hierarchy3 connector 3"/>
        <dsp:cNvSpPr/>
        <dsp:nvPr/>
      </dsp:nvSpPr>
      <dsp:spPr>
        <a:xfrm>
          <a:off x="6081362" y="1379063"/>
          <a:ext cx="275716" cy="1033936"/>
        </a:xfrm>
        <a:ln>
          <a:solidFill>
            <a:srgbClr val="0E4B66"/>
          </a:solidFill>
          <a:prstDash val="solid"/>
        </a:ln>
      </dsp:spPr>
    </dsp:sp>
    <dsp:sp>
      <dsp:nvSpPr>
        <dsp:cNvPr id="23" name="Hierarchy3 connector 4"/>
        <dsp:cNvSpPr/>
        <dsp:nvPr/>
      </dsp:nvSpPr>
      <dsp:spPr>
        <a:xfrm>
          <a:off x="6081362" y="1379063"/>
          <a:ext cx="275716" cy="2757165"/>
        </a:xfrm>
        <a:ln>
          <a:solidFill>
            <a:srgbClr val="0E4B66"/>
          </a:solidFill>
          <a:prstDash val="solid"/>
        </a:ln>
      </dsp:spPr>
    </dsp:sp>
  </dsp:spTree>
</dsp:drawing>
</file>

<file path=ppt/diagrams/drawing4.xml><?xml version="1.0" encoding="utf-8"?>
<dsp:drawing xmlns:dsp="http://schemas.microsoft.com/office/drawing/2008/diagram">
  <dsp:spTree/>
</dsp:drawing>
</file>

<file path=ppt/diagrams/drawing5.xml><?xml version="1.0" encoding="utf-8"?>
<dsp:drawing xmlns:dsp="http://schemas.microsoft.com/office/drawing/2008/diagram">
  <dsp:spTree/>
</dsp:drawing>
</file>

<file path=ppt/diagrams/drawing6.xml><?xml version="1.0" encoding="utf-8"?>
<dsp:drawing xmlns:dsp="http://schemas.microsoft.com/office/drawing/2008/diagram" xmlns:a="http://schemas.openxmlformats.org/drawingml/2006/main">
  <dsp:spTree>
    <dsp:sp>
      <dsp:nvSpPr>
        <dsp:cNvPr id="40" name="GroupedList band 1"/>
        <dsp:cNvSpPr/>
        <dsp:nvPr/>
      </dsp:nvSpPr>
      <dsp:spPr>
        <a:xfrm>
          <a:off x="329184" y="1493648"/>
          <a:ext cx="3682746" cy="4021360"/>
        </a:xfrm>
        <a:prstGeom prst="rect">
          <a:avLst/>
        </a:prstGeom>
        <a:solidFill>
          <a:srgbClr val="4472C4"/>
        </a:solidFill>
        <a:ln/>
      </dsp:spPr>
    </dsp:sp>
    <dsp:sp>
      <dsp:nvSpPr>
        <dsp:cNvPr id="50" name="GroupedList header 1"/>
        <dsp:cNvSpPr/>
        <dsp:nvPr/>
      </dsp:nvSpPr>
      <dsp:spPr>
        <a:xfrm>
          <a:off x="329184" y="229792"/>
          <a:ext cx="3682746" cy="1263856"/>
        </a:xfrm>
        <a:prstGeom prst="roundRect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Plan</a:t>
          </a:r>
        </a:p>
      </dsp:txBody>
    </dsp:sp>
    <dsp:sp>
      <dsp:nvSpPr>
        <dsp:cNvPr id="60" name="GroupedList child 1.1"/>
        <dsp:cNvSpPr/>
        <dsp:nvPr/>
      </dsp:nvSpPr>
      <dsp:spPr>
        <a:xfrm>
          <a:off x="329184" y="1597054"/>
          <a:ext cx="3682746" cy="1907274"/>
        </a:xfrm>
        <a:prstGeom prst="rect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Scope</a:t>
          </a:r>
        </a:p>
      </dsp:txBody>
    </dsp:sp>
    <dsp:sp>
      <dsp:nvSpPr>
        <dsp:cNvPr id="61" name="GroupedList child 1.2"/>
        <dsp:cNvSpPr/>
        <dsp:nvPr/>
      </dsp:nvSpPr>
      <dsp:spPr>
        <a:xfrm>
          <a:off x="329184" y="3607734"/>
          <a:ext cx="3682746" cy="1907274"/>
        </a:xfrm>
        <a:prstGeom prst="rect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Schedule</a:t>
          </a:r>
        </a:p>
      </dsp:txBody>
    </dsp:sp>
    <dsp:sp>
      <dsp:nvSpPr>
        <dsp:cNvPr id="41" name="GroupedList band 2"/>
        <dsp:cNvSpPr/>
        <dsp:nvPr/>
      </dsp:nvSpPr>
      <dsp:spPr>
        <a:xfrm>
          <a:off x="4217670" y="1493648"/>
          <a:ext cx="3682746" cy="4021360"/>
        </a:xfrm>
        <a:prstGeom prst="rect">
          <a:avLst/>
        </a:prstGeom>
        <a:solidFill>
          <a:srgbClr val="4472C4"/>
        </a:solidFill>
        <a:ln/>
      </dsp:spPr>
    </dsp:sp>
    <dsp:sp>
      <dsp:nvSpPr>
        <dsp:cNvPr id="51" name="GroupedList header 2"/>
        <dsp:cNvSpPr/>
        <dsp:nvPr/>
      </dsp:nvSpPr>
      <dsp:spPr>
        <a:xfrm>
          <a:off x="4217670" y="229792"/>
          <a:ext cx="3682746" cy="1263856"/>
        </a:xfrm>
        <a:prstGeom prst="roundRect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Build</a:t>
          </a:r>
        </a:p>
      </dsp:txBody>
    </dsp:sp>
    <dsp:sp>
      <dsp:nvSpPr>
        <dsp:cNvPr id="62" name="GroupedList child 2.1"/>
        <dsp:cNvSpPr/>
        <dsp:nvPr/>
      </dsp:nvSpPr>
      <dsp:spPr>
        <a:xfrm>
          <a:off x="4217670" y="1597054"/>
          <a:ext cx="3682746" cy="1907274"/>
        </a:xfrm>
        <a:prstGeom prst="rect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Implement</a:t>
          </a:r>
        </a:p>
      </dsp:txBody>
    </dsp:sp>
    <dsp:sp>
      <dsp:nvSpPr>
        <dsp:cNvPr id="63" name="GroupedList child 2.2"/>
        <dsp:cNvSpPr/>
        <dsp:nvPr/>
      </dsp:nvSpPr>
      <dsp:spPr>
        <a:xfrm>
          <a:off x="4217670" y="3607734"/>
          <a:ext cx="3682746" cy="1907274"/>
        </a:xfrm>
        <a:prstGeom prst="rect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Verify</a:t>
          </a:r>
        </a:p>
      </dsp:txBody>
    </dsp:sp>
  </dsp:spTree>
</dsp:drawing>
</file>

<file path=ppt/diagrams/drawing7.xml><?xml version="1.0" encoding="utf-8"?>
<dsp:drawing xmlns:dsp="http://schemas.microsoft.com/office/drawing/2008/diagram" xmlns:a="http://schemas.openxmlformats.org/drawingml/2006/main">
  <dsp:spTree>
    <dsp:sp>
      <dsp:nvSpPr>
        <dsp:cNvPr id="70" name="Relationship1 node 1"/>
        <dsp:cNvSpPr/>
        <dsp:nvPr/>
      </dsp:nvSpPr>
      <dsp:spPr>
        <a:xfrm>
          <a:off x="1522800" y="1672400"/>
          <a:ext cx="2400000" cy="2400000"/>
        </a:xfrm>
        <a:prstGeom prst="ellipse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Audience</a:t>
          </a:r>
        </a:p>
      </dsp:txBody>
    </dsp:sp>
    <dsp:sp>
      <dsp:nvSpPr>
        <dsp:cNvPr id="71" name="Relationship1 node 2"/>
        <dsp:cNvSpPr/>
        <dsp:nvPr/>
      </dsp:nvSpPr>
      <dsp:spPr>
        <a:xfrm>
          <a:off x="2914800" y="1672400"/>
          <a:ext cx="2400000" cy="2400000"/>
        </a:xfrm>
        <a:prstGeom prst="ellipse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Need</a:t>
          </a:r>
        </a:p>
      </dsp:txBody>
    </dsp:sp>
    <dsp:sp>
      <dsp:nvSpPr>
        <dsp:cNvPr id="72" name="Relationship1 node 3"/>
        <dsp:cNvSpPr/>
        <dsp:nvPr/>
      </dsp:nvSpPr>
      <dsp:spPr>
        <a:xfrm>
          <a:off x="4306800" y="1672400"/>
          <a:ext cx="2400000" cy="2400000"/>
        </a:xfrm>
        <a:prstGeom prst="ellipse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Offer</a:t>
          </a:r>
        </a:p>
      </dsp:txBody>
    </dsp:sp>
  </dsp:spTree>
</dsp:drawing>
</file>

<file path=ppt/diagrams/drawing8.xml><?xml version="1.0" encoding="utf-8"?>
<dsp:drawing xmlns:dsp="http://schemas.microsoft.com/office/drawing/2008/diagram" xmlns:a="http://schemas.openxmlformats.org/drawingml/2006/main">
  <dsp:spTree>
    <dsp:sp>
      <dsp:nvSpPr>
        <dsp:cNvPr id="80" name="GridMatrix cell 1"/>
        <dsp:cNvSpPr/>
        <dsp:nvPr/>
      </dsp:nvSpPr>
      <dsp:spPr>
        <a:xfrm>
          <a:off x="1472192" y="229792"/>
          <a:ext cx="2576543" cy="2576543"/>
        </a:xfrm>
        <a:prstGeom prst="rect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Axis</a:t>
          </a:r>
        </a:p>
      </dsp:txBody>
    </dsp:sp>
    <dsp:sp>
      <dsp:nvSpPr>
        <dsp:cNvPr id="81" name="GridMatrix cell 2"/>
        <dsp:cNvSpPr/>
        <dsp:nvPr/>
      </dsp:nvSpPr>
      <dsp:spPr>
        <a:xfrm>
          <a:off x="4180865" y="229792"/>
          <a:ext cx="2576543" cy="2576543"/>
        </a:xfrm>
        <a:prstGeom prst="rect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Speed</a:t>
          </a:r>
        </a:p>
      </dsp:txBody>
    </dsp:sp>
    <dsp:sp>
      <dsp:nvSpPr>
        <dsp:cNvPr id="82" name="GridMatrix cell 3"/>
        <dsp:cNvSpPr/>
        <dsp:nvPr/>
      </dsp:nvSpPr>
      <dsp:spPr>
        <a:xfrm>
          <a:off x="1472192" y="2938465"/>
          <a:ext cx="2576543" cy="2576543"/>
        </a:xfrm>
        <a:prstGeom prst="rect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Quality</a:t>
          </a:r>
        </a:p>
      </dsp:txBody>
    </dsp:sp>
    <dsp:sp>
      <dsp:nvSpPr>
        <dsp:cNvPr id="83" name="GridMatrix cell 4"/>
        <dsp:cNvSpPr/>
        <dsp:nvPr/>
      </dsp:nvSpPr>
      <dsp:spPr>
        <a:xfrm>
          <a:off x="4180865" y="2938465"/>
          <a:ext cx="2576543" cy="2576543"/>
        </a:xfrm>
        <a:prstGeom prst="rect">
          <a:avLst/>
        </a:prstGeom>
        <a:solidFill>
          <a:srgbClr val="4472C4"/>
        </a:solidFill>
        <a:ln/>
      </dsp:spPr>
      <dsp:txBody>
        <a:bodyPr/>
        <a:lstStyle/>
        <a:p>
          <a:r>
            <a:rPr lang="en-US"/>
            <a:t>Cost</a:t>
          </a:r>
        </a:p>
      </dsp:txBody>
    </dsp:sp>
  </dsp:spTree>
</dsp:drawing>
</file>

<file path=ppt/diagrams/layout1.xml><?xml version="1.0" encoding="utf-8"?>
<dgm:layoutDef xmlns:dgm="http://schemas.openxmlformats.org/drawingml/2006/diagram" uniqueId="urn:microsoft.com/office/officeart/2005/8/layout/process1"/>
</file>

<file path=ppt/diagrams/layout2.xml><?xml version="1.0" encoding="utf-8"?>
<dgm:layoutDef xmlns:dgm="http://schemas.openxmlformats.org/drawingml/2006/diagram" uniqueId="urn:microsoft.com/office/officeart/2005/8/layout/hierarchy1"/>
</file>

<file path=ppt/diagrams/layout3.xml><?xml version="1.0" encoding="utf-8"?>
<dgm:layoutDef xmlns:dgm="http://schemas.openxmlformats.org/drawingml/2006/diagram" uniqueId="urn:microsoft.com/office/officeart/2005/8/layout/hierarchy3"/>
</file>

<file path=ppt/diagrams/layout4.xml><?xml version="1.0" encoding="utf-8"?>
<dgm:layoutDef xmlns:dgm="http://schemas.openxmlformats.org/drawingml/2006/diagram" uniqueId="urn:microsoft.com/office/officeart/2005/8/layout/cycle1"/>
</file>

<file path=ppt/diagrams/layout5.xml><?xml version="1.0" encoding="utf-8"?>
<dgm:layoutDef xmlns:dgm="http://schemas.openxmlformats.org/drawingml/2006/diagram" uniqueId="urn:microsoft.com/office/officeart/2005/8/layout/list1"/>
</file>

<file path=ppt/diagrams/layout6.xml><?xml version="1.0" encoding="utf-8"?>
<dgm:layoutDef xmlns:dgm="http://schemas.openxmlformats.org/drawingml/2006/diagram" uniqueId="urn:microsoft.com/office/officeart/2005/8/layout/groupedList"/>
</file>

<file path=ppt/diagrams/layout7.xml><?xml version="1.0" encoding="utf-8"?>
<dgm:layoutDef xmlns:dgm="http://schemas.openxmlformats.org/drawingml/2006/diagram" uniqueId="urn:microsoft.com/office/officeart/2005/8/layout/relationship1"/>
</file>

<file path=ppt/diagrams/layout8.xml><?xml version="1.0" encoding="utf-8"?>
<dgm:layoutDef xmlns:dgm="http://schemas.openxmlformats.org/drawingml/2006/diagram" uniqueId="urn:microsoft.com/office/officeart/2005/8/layout/gridMatrix"/>
</file>

<file path=ppt/diagrams/quickStyle1.xml><?xml version="1.0" encoding="utf-8"?>
<dgm:styleDef xmlns:dgm="http://schemas.openxmlformats.org/drawingml/2006/diagram"/>
</file>

<file path=ppt/diagrams/quickStyle2.xml><?xml version="1.0" encoding="utf-8"?>
<dgm:styleDef xmlns:dgm="http://schemas.openxmlformats.org/drawingml/2006/diagram"/>
</file>

<file path=ppt/diagrams/quickStyle3.xml><?xml version="1.0" encoding="utf-8"?>
<dgm:styleDef xmlns:dgm="http://schemas.openxmlformats.org/drawingml/2006/diagram"/>
</file>

<file path=ppt/diagrams/quickStyle4.xml><?xml version="1.0" encoding="utf-8"?>
<dgm:styleDef xmlns:dgm="http://schemas.openxmlformats.org/drawingml/2006/diagram"/>
</file>

<file path=ppt/diagrams/quickStyle5.xml><?xml version="1.0" encoding="utf-8"?>
<dgm:styleDef xmlns:dgm="http://schemas.openxmlformats.org/drawingml/2006/diagram"/>
</file>

<file path=ppt/diagrams/quickStyle6.xml><?xml version="1.0" encoding="utf-8"?>
<dgm:styleDef xmlns:dgm="http://schemas.openxmlformats.org/drawingml/2006/diagram"/>
</file>

<file path=ppt/diagrams/quickStyle7.xml><?xml version="1.0" encoding="utf-8"?>
<dgm:styleDef xmlns:dgm="http://schemas.openxmlformats.org/drawingml/2006/diagram"/>
</file>

<file path=ppt/diagrams/quickStyle8.xml><?xml version="1.0" encoding="utf-8"?>
<dgm:styleDef xmlns:dgm="http://schemas.openxmlformats.org/drawingml/2006/diagram"/>
</file>

<file path=ppt/slideLayouts/_rels/slideLayout1.xml.rels>&#65279;<?xml version="1.0" encoding="utf-8" standalone="yes"?>
<Relationships xmlns="http://schemas.openxmlformats.org/package/2006/relationships">
  <Relationship Id="rId1" Type="http://schemas.openxmlformats.org/officeDocument/2006/relationships/slideMaster" Target="../slideMasters/slideMaster1.xml" />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 standalone="yes"?>
<Relationships xmlns="http://schemas.openxmlformats.org/package/2006/relationships">
  <Relationship Id="rId1" Type="http://schemas.openxmlformats.org/officeDocument/2006/relationships/theme" Target="../theme/theme1.xml" />
  <Relationship Id="rId2" Type="http://schemas.openxmlformats.org/officeDocument/2006/relationships/slideLayout" Target="../slideLayouts/slideLayout1.xml" />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Dm1" Type="http://schemas.openxmlformats.org/officeDocument/2006/relationships/diagramData" Target="../diagrams/data1.xml" />
  <Relationship Id="rIdLo1" Type="http://schemas.openxmlformats.org/officeDocument/2006/relationships/diagramLayout" Target="../diagrams/layout1.xml" />
  <Relationship Id="rIdQs1" Type="http://schemas.openxmlformats.org/officeDocument/2006/relationships/diagramQuickStyle" Target="../diagrams/quickStyle1.xml" />
  <Relationship Id="rIdCs1" Type="http://schemas.openxmlformats.org/officeDocument/2006/relationships/diagramColors" Target="../diagrams/colors1.xml" />
</Relationships>
</file>

<file path=ppt/slides/_rels/slide2.xml.rels>&#65279;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Dm1" Type="http://schemas.openxmlformats.org/officeDocument/2006/relationships/diagramData" Target="../diagrams/data2.xml" />
  <Relationship Id="rIdLo1" Type="http://schemas.openxmlformats.org/officeDocument/2006/relationships/diagramLayout" Target="../diagrams/layout2.xml" />
  <Relationship Id="rIdQs1" Type="http://schemas.openxmlformats.org/officeDocument/2006/relationships/diagramQuickStyle" Target="../diagrams/quickStyle2.xml" />
  <Relationship Id="rIdCs1" Type="http://schemas.openxmlformats.org/officeDocument/2006/relationships/diagramColors" Target="../diagrams/colors2.xml" />
</Relationships>
</file>

<file path=ppt/slides/_rels/slide3.xml.rels>&#65279;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Dm1" Type="http://schemas.openxmlformats.org/officeDocument/2006/relationships/diagramData" Target="../diagrams/data3.xml" />
  <Relationship Id="rIdLo1" Type="http://schemas.openxmlformats.org/officeDocument/2006/relationships/diagramLayout" Target="../diagrams/layout3.xml" />
  <Relationship Id="rIdQs1" Type="http://schemas.openxmlformats.org/officeDocument/2006/relationships/diagramQuickStyle" Target="../diagrams/quickStyle3.xml" />
  <Relationship Id="rIdCs1" Type="http://schemas.openxmlformats.org/officeDocument/2006/relationships/diagramColors" Target="../diagrams/colors3.xml" />
</Relationships>
</file>

<file path=ppt/slides/_rels/slide4.xml.rels>&#65279;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Dm1" Type="http://schemas.openxmlformats.org/officeDocument/2006/relationships/diagramData" Target="../diagrams/data4.xml" />
  <Relationship Id="rIdLo1" Type="http://schemas.openxmlformats.org/officeDocument/2006/relationships/diagramLayout" Target="../diagrams/layout4.xml" />
  <Relationship Id="rIdQs1" Type="http://schemas.openxmlformats.org/officeDocument/2006/relationships/diagramQuickStyle" Target="../diagrams/quickStyle4.xml" />
  <Relationship Id="rIdCs1" Type="http://schemas.openxmlformats.org/officeDocument/2006/relationships/diagramColors" Target="../diagrams/colors4.xml" />
</Relationships>
</file>

<file path=ppt/slides/_rels/slide5.xml.rels>&#65279;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Dm1" Type="http://schemas.openxmlformats.org/officeDocument/2006/relationships/diagramData" Target="../diagrams/data5.xml" />
  <Relationship Id="rIdLo1" Type="http://schemas.openxmlformats.org/officeDocument/2006/relationships/diagramLayout" Target="../diagrams/layout5.xml" />
  <Relationship Id="rIdQs1" Type="http://schemas.openxmlformats.org/officeDocument/2006/relationships/diagramQuickStyle" Target="../diagrams/quickStyle5.xml" />
  <Relationship Id="rIdCs1" Type="http://schemas.openxmlformats.org/officeDocument/2006/relationships/diagramColors" Target="../diagrams/colors5.xml" />
</Relationships>
</file>

<file path=ppt/slides/_rels/slide6.xml.rels>&#65279;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Dm1" Type="http://schemas.openxmlformats.org/officeDocument/2006/relationships/diagramData" Target="../diagrams/data6.xml" />
  <Relationship Id="rIdLo1" Type="http://schemas.openxmlformats.org/officeDocument/2006/relationships/diagramLayout" Target="../diagrams/layout6.xml" />
  <Relationship Id="rIdQs1" Type="http://schemas.openxmlformats.org/officeDocument/2006/relationships/diagramQuickStyle" Target="../diagrams/quickStyle6.xml" />
  <Relationship Id="rIdCs1" Type="http://schemas.openxmlformats.org/officeDocument/2006/relationships/diagramColors" Target="../diagrams/colors6.xml" />
</Relationships>
</file>

<file path=ppt/slides/_rels/slide7.xml.rels>&#65279;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Dm1" Type="http://schemas.openxmlformats.org/officeDocument/2006/relationships/diagramData" Target="../diagrams/data7.xml" />
  <Relationship Id="rIdLo1" Type="http://schemas.openxmlformats.org/officeDocument/2006/relationships/diagramLayout" Target="../diagrams/layout7.xml" />
  <Relationship Id="rIdQs1" Type="http://schemas.openxmlformats.org/officeDocument/2006/relationships/diagramQuickStyle" Target="../diagrams/quickStyle7.xml" />
  <Relationship Id="rIdCs1" Type="http://schemas.openxmlformats.org/officeDocument/2006/relationships/diagramColors" Target="../diagrams/colors7.xml" />
</Relationships>
</file>

<file path=ppt/slides/_rels/slide8.xml.rels>&#65279;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Dm1" Type="http://schemas.openxmlformats.org/officeDocument/2006/relationships/diagramData" Target="../diagrams/data8.xml" />
  <Relationship Id="rIdLo1" Type="http://schemas.openxmlformats.org/officeDocument/2006/relationships/diagramLayout" Target="../diagrams/layout8.xml" />
  <Relationship Id="rIdQs1" Type="http://schemas.openxmlformats.org/officeDocument/2006/relationships/diagramQuickStyle" Target="../diagrams/quickStyle8.xml" />
  <Relationship Id="rIdCs1" Type="http://schemas.openxmlformats.org/officeDocument/2006/relationships/diagramColors" Target="../diagrams/colors8.xml" />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30000"/>
            <a:ext cx="8229600" cy="43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/>
              <a:t>SmartArt Live — Process</a:t>
            </a:r>
          </a:p>
        </p:txBody>
      </p:sp>
      <p:graphicFrame>
        <p:nvGraphicFramePr>
          <p:cNvPr id="3" name="SmartArt 1"/>
          <p:cNvGraphicFramePr/>
          <p:nvPr/>
        </p:nvGraphicFramePr>
        <p:xfrm>
          <a:off x="457200" y="680000"/>
          <a:ext cx="8229600" cy="574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m1" r:lo="rIdLo1" r:qs="rIdQs1" r:cs="rIdCs1"/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30000"/>
            <a:ext cx="8229600" cy="43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/>
              <a:t>SmartArt Live — Hierarchy</a:t>
            </a:r>
          </a:p>
        </p:txBody>
      </p:sp>
      <p:graphicFrame>
        <p:nvGraphicFramePr>
          <p:cNvPr id="3" name="SmartArt 2"/>
          <p:cNvGraphicFramePr/>
          <p:nvPr/>
        </p:nvGraphicFramePr>
        <p:xfrm>
          <a:off x="457200" y="680000"/>
          <a:ext cx="8229600" cy="574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m1" r:lo="rIdLo1" r:qs="rIdQs1" r:cs="rIdCs1"/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30000"/>
            <a:ext cx="8229600" cy="43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/>
              <a:t>SmartArt Live — Hierarchy3</a:t>
            </a:r>
          </a:p>
        </p:txBody>
      </p:sp>
      <p:graphicFrame>
        <p:nvGraphicFramePr>
          <p:cNvPr id="3" name="SmartArt 3"/>
          <p:cNvGraphicFramePr/>
          <p:nvPr/>
        </p:nvGraphicFramePr>
        <p:xfrm>
          <a:off x="457200" y="680000"/>
          <a:ext cx="8229600" cy="574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m1" r:lo="rIdLo1" r:qs="rIdQs1" r:cs="rIdCs1"/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30000"/>
            <a:ext cx="8229600" cy="43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/>
              <a:t>SmartArt Live — Cycle</a:t>
            </a:r>
          </a:p>
        </p:txBody>
      </p:sp>
      <p:graphicFrame>
        <p:nvGraphicFramePr>
          <p:cNvPr id="3" name="SmartArt 4"/>
          <p:cNvGraphicFramePr/>
          <p:nvPr/>
        </p:nvGraphicFramePr>
        <p:xfrm>
          <a:off x="457200" y="680000"/>
          <a:ext cx="8229600" cy="574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m1" r:lo="rIdLo1" r:qs="rIdQs1" r:cs="rIdCs1"/>
          </a:graphicData>
        </a:graphic>
      </p:graphicFrame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30000"/>
            <a:ext cx="8229600" cy="43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/>
              <a:t>SmartArt Live — List</a:t>
            </a:r>
          </a:p>
        </p:txBody>
      </p:sp>
      <p:graphicFrame>
        <p:nvGraphicFramePr>
          <p:cNvPr id="3" name="SmartArt 5"/>
          <p:cNvGraphicFramePr/>
          <p:nvPr/>
        </p:nvGraphicFramePr>
        <p:xfrm>
          <a:off x="457200" y="680000"/>
          <a:ext cx="8229600" cy="574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m1" r:lo="rIdLo1" r:qs="rIdQs1" r:cs="rIdCs1"/>
          </a:graphicData>
        </a:graphic>
      </p:graphicFrame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30000"/>
            <a:ext cx="8229600" cy="43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/>
              <a:t>SmartArt Live - Grouped List</a:t>
            </a:r>
          </a:p>
        </p:txBody>
      </p:sp>
      <p:graphicFrame>
        <p:nvGraphicFramePr>
          <p:cNvPr id="3" name="SmartArt 6"/>
          <p:cNvGraphicFramePr/>
          <p:nvPr/>
        </p:nvGraphicFramePr>
        <p:xfrm>
          <a:off x="457200" y="680000"/>
          <a:ext cx="8229600" cy="574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m1" r:lo="rIdLo1" r:qs="rIdQs1" r:cs="rIdCs1"/>
          </a:graphicData>
        </a:graphic>
      </p:graphicFrame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30000"/>
            <a:ext cx="8229600" cy="43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/>
              <a:t>SmartArt Live - Relationship1</a:t>
            </a:r>
          </a:p>
        </p:txBody>
      </p:sp>
      <p:graphicFrame>
        <p:nvGraphicFramePr>
          <p:cNvPr id="3" name="SmartArt 7"/>
          <p:cNvGraphicFramePr/>
          <p:nvPr/>
        </p:nvGraphicFramePr>
        <p:xfrm>
          <a:off x="457200" y="680000"/>
          <a:ext cx="8229600" cy="574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m1" r:lo="rIdLo1" r:qs="rIdQs1" r:cs="rIdCs1"/>
          </a:graphicData>
        </a:graphic>
      </p:graphicFrame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30000"/>
            <a:ext cx="8229600" cy="43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/>
              <a:t>SmartArt Live - Grid Matrix</a:t>
            </a:r>
          </a:p>
        </p:txBody>
      </p:sp>
      <p:graphicFrame>
        <p:nvGraphicFramePr>
          <p:cNvPr id="3" name="SmartArt 8"/>
          <p:cNvGraphicFramePr/>
          <p:nvPr/>
        </p:nvGraphicFramePr>
        <p:xfrm>
          <a:off x="457200" y="680000"/>
          <a:ext cx="8229600" cy="574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Dm1" r:lo="rIdLo1" r:qs="rIdQs1" r:cs="rIdCs1"/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