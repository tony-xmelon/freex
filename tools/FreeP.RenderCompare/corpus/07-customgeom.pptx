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D52A9-0971-4E2B-316B-B6558C93EC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731D04-6A4C-FE3E-1874-C5B3FAD379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BCEE6-A88E-732F-54CB-EA57AC67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23FE6-38CF-EB07-D79F-B98E515B6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03432-1233-118D-640D-4BC03A2D7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6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30428-6718-C1A7-0CA2-96AC10BE5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339A-EB8D-303B-6F84-D1D3EDF30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EE7B9D-13B4-B535-B72E-1DD56623A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49735-5479-3F12-7867-2107C4C5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442D3-4418-3249-DFA3-3FCF9D4B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32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66BC-F4B7-BA1C-4126-77461BAF4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D1919C-85C6-9779-0865-6D4104FA5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341D2-410D-C4C9-9B67-FCB2E0F44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B6FD6-3572-0178-AF1C-3B96A3187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5829A-3E79-7406-A381-59ADC16B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535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FD32D-30E7-7965-8B8B-E083CE937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1A31C-BCA0-EC16-BD5D-C698C3C4C2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C7D20-9B84-770A-D8D1-0218044934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B3CCF5-C4D6-B024-15F9-00F57B053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C6177A-F220-833B-4FD4-78657EE42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DD3E2-1904-2473-3E35-A0565868E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47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EA7F9-3C1B-E30E-B3CE-6C1EBC67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740CE-8320-5167-6ED5-33FA3FCD6F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F242B-AD0D-A9A3-A59D-2C8FDFA50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A05EA-1E34-610C-D3D6-637888BA0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573803-37C0-153B-2A3E-1A22D53308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077670-B114-0D9D-5BC7-11C42EFBD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F76513-5F32-F8A8-318E-0DBE91AEC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AA7593-89BE-713F-468F-E62E7B5E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2158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4D2E8-90E0-549B-3D8B-186A3B5FD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18CA0C-B2C8-2A65-008B-798440046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9CBEB1-E8ED-B092-9D38-779C32F8F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6B39D1-4462-B1BE-86A1-F046FE496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09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91BCDC-71A1-9050-DB1E-6C6618AAB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C9A128-7ED7-D639-FA6F-12CBC9FC8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9C7CC-C222-DE90-22F6-0D501E43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497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DFB76-A7DB-9987-F5FD-34EC47EA0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2FF0E-E532-44AE-67C1-10CE60FFF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91EDCA-D304-5A9D-5327-BEEF82521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255586-BCC6-EB88-52B2-D0BEDC4B9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FAAA34-FE94-7430-A8B4-90FB42796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D50457-2833-3DCE-C92C-44D7D39EF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678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6B4C2-ECC7-60FE-893C-7E6EC4B7F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D663F3-C13F-1C2F-1B42-EBF3E02327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5E7630-A536-D1F1-1501-2FBFE9579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3F47-A286-E857-BEF9-C73B9BBF5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27BA47-8188-2FDA-AE9E-0F2DF6581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76FDF5-FDAA-24B9-798F-0C35375A7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13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B2DD4-6B55-B623-7FE2-A7F70E8E6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DAB82D-8814-D7A0-A03A-B7C3D00A5E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70C75-361B-9AB0-44C2-FD5D07F08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B29EB-84C8-DA94-064B-D6F04B469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23A29-4FD5-1C29-02FA-D98221073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485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44EFB8-1972-14BF-B641-7DA675411E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7D779E-35B9-D42A-3B5C-26E3422101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55245-CED0-40F2-0DDF-C9F73B01B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654FB-124F-537C-6BE7-5A894AB65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ADAC9B-5A17-8827-0395-FECD63027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450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308178-92A5-BABE-85EC-C22822BAC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0DCEE-F041-E55C-8CC8-ECD62A8E8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BD726-272A-B080-1220-EB026F14B1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078A5-2014-4063-8460-52BAF75C152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7B3B11-F0A9-2F58-B78F-059E04588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ED291-BE14-DDC2-E774-2AA42419B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6F0DEB-0330-4E70-98E9-AA8247FA1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2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iangle">
            <a:extLst>
              <a:ext uri="{FF2B5EF4-FFF2-40B4-BE49-F238E27FC236}">
                <a16:creationId xmlns:a16="http://schemas.microsoft.com/office/drawing/2014/main" id="{8CBE06CB-3B3D-D3FC-EE6D-7F804BDF4995}"/>
              </a:ext>
            </a:extLst>
          </p:cNvPr>
          <p:cNvSpPr/>
          <p:nvPr/>
        </p:nvSpPr>
        <p:spPr>
          <a:xfrm>
            <a:off x="1270000" y="1016000"/>
            <a:ext cx="2286001" cy="2540001"/>
          </a:xfrm>
          <a:custGeom>
            <a:avLst/>
            <a:gdLst/>
            <a:ahLst/>
            <a:cxnLst/>
            <a:rect l="0" t="0" r="0" b="0"/>
            <a:pathLst>
              <a:path w="2286001" h="2540001">
                <a:moveTo>
                  <a:pt x="0" y="2540000"/>
                </a:moveTo>
                <a:lnTo>
                  <a:pt x="1143000" y="0"/>
                </a:lnTo>
                <a:lnTo>
                  <a:pt x="2286000" y="2540000"/>
                </a:lnTo>
              </a:path>
            </a:pathLst>
          </a:custGeom>
          <a:solidFill>
            <a:schemeClr val="accent1"/>
          </a:solidFill>
          <a:ln w="25400">
            <a:solidFill>
              <a:schemeClr val="dk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rvedLine">
            <a:extLst>
              <a:ext uri="{FF2B5EF4-FFF2-40B4-BE49-F238E27FC236}">
                <a16:creationId xmlns:a16="http://schemas.microsoft.com/office/drawing/2014/main" id="{22CEFA65-935E-1D64-3973-188B04DB41F2}"/>
              </a:ext>
            </a:extLst>
          </p:cNvPr>
          <p:cNvSpPr/>
          <p:nvPr/>
        </p:nvSpPr>
        <p:spPr>
          <a:xfrm>
            <a:off x="5080000" y="1270000"/>
            <a:ext cx="2794001" cy="2540001"/>
          </a:xfrm>
          <a:custGeom>
            <a:avLst/>
            <a:gdLst/>
            <a:ahLst/>
            <a:cxnLst/>
            <a:rect l="0" t="0" r="0" b="0"/>
            <a:pathLst>
              <a:path w="2794001" h="2540001">
                <a:moveTo>
                  <a:pt x="0" y="1270000"/>
                </a:moveTo>
                <a:cubicBezTo>
                  <a:pt x="762000" y="0"/>
                  <a:pt x="762000" y="0"/>
                  <a:pt x="762000" y="0"/>
                </a:cubicBezTo>
                <a:cubicBezTo>
                  <a:pt x="2032000" y="2540000"/>
                  <a:pt x="2032000" y="2540000"/>
                  <a:pt x="2032000" y="2540000"/>
                </a:cubicBezTo>
                <a:cubicBezTo>
                  <a:pt x="2794000" y="1270000"/>
                  <a:pt x="2794000" y="1270000"/>
                  <a:pt x="2794000" y="1270000"/>
                </a:cubicBezTo>
              </a:path>
            </a:pathLst>
          </a:custGeom>
          <a:ln w="38100"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iamond">
            <a:extLst>
              <a:ext uri="{FF2B5EF4-FFF2-40B4-BE49-F238E27FC236}">
                <a16:creationId xmlns:a16="http://schemas.microsoft.com/office/drawing/2014/main" id="{BA82E839-9059-D972-DB65-A148B42B9681}"/>
              </a:ext>
            </a:extLst>
          </p:cNvPr>
          <p:cNvSpPr/>
          <p:nvPr/>
        </p:nvSpPr>
        <p:spPr>
          <a:xfrm>
            <a:off x="9525000" y="1016000"/>
            <a:ext cx="2540001" cy="1778001"/>
          </a:xfrm>
          <a:custGeom>
            <a:avLst/>
            <a:gdLst/>
            <a:ahLst/>
            <a:cxnLst/>
            <a:rect l="0" t="0" r="0" b="0"/>
            <a:pathLst>
              <a:path w="2540001" h="1778001">
                <a:moveTo>
                  <a:pt x="0" y="889000"/>
                </a:moveTo>
                <a:lnTo>
                  <a:pt x="1270000" y="0"/>
                </a:lnTo>
                <a:lnTo>
                  <a:pt x="2540000" y="889000"/>
                </a:lnTo>
                <a:lnTo>
                  <a:pt x="1270000" y="1778000"/>
                </a:lnTo>
              </a:path>
            </a:pathLst>
          </a:custGeom>
          <a:solidFill>
            <a:schemeClr val="accent2"/>
          </a:solidFill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F65FD2-1561-7481-6157-E16A6FD215C6}"/>
              </a:ext>
            </a:extLst>
          </p:cNvPr>
          <p:cNvSpPr txBox="1"/>
          <p:nvPr/>
        </p:nvSpPr>
        <p:spPr>
          <a:xfrm>
            <a:off x="254000" y="127000"/>
            <a:ext cx="1143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Custom Geometry (a:custGeom): freeform paths</a:t>
            </a:r>
          </a:p>
        </p:txBody>
      </p:sp>
    </p:spTree>
    <p:extLst>
      <p:ext uri="{BB962C8B-B14F-4D97-AF65-F5344CB8AC3E}">
        <p14:creationId xmlns:p14="http://schemas.microsoft.com/office/powerpoint/2010/main" val="336537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2026-06-25T23:16:05Z</dcterms:created>
  <dcterms:modified xsi:type="dcterms:W3CDTF">2026-06-25T23:16:05Z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2026-06-25T23:16:05Z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63eea172-b8a8-4778-9808-d7bb8d3d2623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