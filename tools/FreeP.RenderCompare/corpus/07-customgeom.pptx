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5BC22-E735-3C6E-E09B-171E7955B1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B045AD-C035-F8D2-B58D-B84F603F2E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CB6EE-598D-7141-7471-90BA364E4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8110-4A3B-49AD-AD07-07F38F7CBB6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C10D-8045-8380-DD30-11F9B835F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60B26-4E6C-35E9-CD28-835486BA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5E66-681C-463C-9044-6FD700F64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164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89E5-683A-8B26-E0B1-774048544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26F25-0A0B-E19C-3E00-E63F5AFA2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62978-E68E-3895-B78E-DD3709110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8110-4A3B-49AD-AD07-07F38F7CBB6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E8A21-AFC5-BF8C-1032-4A9D65B95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39EFA-9F58-977B-EDDF-1D4C6E1A6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5E66-681C-463C-9044-6FD700F64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987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6198A-1F65-4D5D-7324-766F695B2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BA7A7-5C35-21D2-093F-EC8CAAC0D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12569-6559-2B52-67D3-3DE29CF97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8110-4A3B-49AD-AD07-07F38F7CBB6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9DE55-9D10-C417-DF71-59154CDE5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0BFB4-A307-5EE1-A19C-7ACA33444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5E66-681C-463C-9044-6FD700F64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15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057A0-5586-B4FC-0D44-52F8DEAD6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2DCD4-1177-13C4-ECA5-95CAE8AFA7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D7A99A-9F79-39CA-35F6-72B8636F7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641FCD-21AA-3D19-BC3A-7BCAB3A55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8110-4A3B-49AD-AD07-07F38F7CBB6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5CA4F3-8258-AF87-5851-F54A208C7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43D4EC-2D16-9B3C-3E08-6E3088677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5E66-681C-463C-9044-6FD700F64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483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CBA1C-A0CA-71F2-DF98-7610D58CB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535F56-DB3F-A4BC-F843-F6C2FF9B9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7091A8-FC38-E96A-A103-E65DEC3A77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126851-6FFC-C5EB-7B55-28981497C1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4DE59-C04F-8C4C-4CAB-259826BEB5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3CD703-6B51-0F2B-F614-AEBD14BB0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8110-4A3B-49AD-AD07-07F38F7CBB6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AF2703-3FBD-13CB-9FE5-E44539ADF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D32B33-0803-68D7-7C6B-D6387B09F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5E66-681C-463C-9044-6FD700F64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850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35796-EE3F-6A0E-DC7B-371EAAC75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E9BF33-2CFC-584F-3BD3-21036212A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8110-4A3B-49AD-AD07-07F38F7CBB6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4A57F7-A3EA-1D74-30FA-6E02993C5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B475E-09C6-3257-E490-60E4D8F39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5E66-681C-463C-9044-6FD700F64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767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9AD181-716B-27F9-CAA7-BBF6F1A72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8110-4A3B-49AD-AD07-07F38F7CBB6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28B79E-EE77-8CE4-7D18-9CE3B0D8A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D1637-1545-CA93-7ACB-A0258F8E8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5E66-681C-463C-9044-6FD700F64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154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12942-2203-0C5B-3F1E-87C25C35F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E5146-2FBF-D142-9364-EF09F3AA5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67465F-3847-25A0-96C8-14B78C9AA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4D838F-4171-DFB3-A300-5697E4A93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8110-4A3B-49AD-AD07-07F38F7CBB6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0C775-ADDB-F91A-D166-9292866FB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D434DB-5AF1-6515-6EF6-43621C24A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5E66-681C-463C-9044-6FD700F64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39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5BBBE-5730-757C-3398-810E496EA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A4A491-F96D-CA5D-5D58-2ECD666653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DEF3F6-CD5F-8AFB-2638-BF5B128A33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5A04E-5BDD-EDF3-9BEE-B0027226F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8110-4A3B-49AD-AD07-07F38F7CBB6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B1357A-2D97-05C6-526D-D721A5282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11F62-C658-9E21-63EE-DFEC06357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5E66-681C-463C-9044-6FD700F64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341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AB2F0-8B3C-FADE-9661-845B83AAC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246336-C83F-1C91-B0C3-C4AC8B54C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ED57-B1B3-2D80-5FCC-EBBBF3F00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8110-4A3B-49AD-AD07-07F38F7CBB6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EEF58-1FED-E45B-2E84-D88CBDFCE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C0366-A1B6-C26B-A80D-3705B0C7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5E66-681C-463C-9044-6FD700F64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082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A09A6D-6C29-C1B5-2C43-5E776DB529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103352-181C-2013-4513-FE36849CD9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9518A-C745-8725-9DC7-17B7156EC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8110-4A3B-49AD-AD07-07F38F7CBB6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BF159-BAEB-451D-30CC-2B1C98AF2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ED5CC-071C-7263-B30A-45CC93DAC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5E66-681C-463C-9044-6FD700F64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426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20AAC7-C84F-733F-74BD-7593DFA2A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307B0-8317-B27E-C48E-41CCF824E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49F10-3B06-1C83-D4A3-7B5B764925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518110-4A3B-49AD-AD07-07F38F7CBB6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657BF-1DF7-4EF6-A7B1-57E4A1EBA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69D3B-7328-2D92-F3AF-3FB2D30A87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4D5E66-681C-463C-9044-6FD700F64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900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iangle">
            <a:extLst>
              <a:ext uri="{FF2B5EF4-FFF2-40B4-BE49-F238E27FC236}">
                <a16:creationId xmlns:a16="http://schemas.microsoft.com/office/drawing/2014/main" id="{D2AAC5DB-D81A-696C-C0E0-91E22BB4992E}"/>
              </a:ext>
            </a:extLst>
          </p:cNvPr>
          <p:cNvSpPr/>
          <p:nvPr/>
        </p:nvSpPr>
        <p:spPr>
          <a:xfrm>
            <a:off x="1270000" y="1016000"/>
            <a:ext cx="2286001" cy="2540001"/>
          </a:xfrm>
          <a:custGeom>
            <a:avLst/>
            <a:gdLst/>
            <a:ahLst/>
            <a:cxnLst/>
            <a:rect l="0" t="0" r="0" b="0"/>
            <a:pathLst>
              <a:path w="2286001" h="2540001">
                <a:moveTo>
                  <a:pt x="0" y="2540000"/>
                </a:moveTo>
                <a:lnTo>
                  <a:pt x="1143000" y="0"/>
                </a:lnTo>
                <a:lnTo>
                  <a:pt x="2286000" y="2540000"/>
                </a:lnTo>
              </a:path>
            </a:pathLst>
          </a:custGeom>
          <a:solidFill>
            <a:schemeClr val="accent1"/>
          </a:solidFill>
          <a:ln w="25400">
            <a:solidFill>
              <a:schemeClr val="dk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rvedLine">
            <a:extLst>
              <a:ext uri="{FF2B5EF4-FFF2-40B4-BE49-F238E27FC236}">
                <a16:creationId xmlns:a16="http://schemas.microsoft.com/office/drawing/2014/main" id="{6B2A8C14-510D-5970-4491-05E70F4BC352}"/>
              </a:ext>
            </a:extLst>
          </p:cNvPr>
          <p:cNvSpPr/>
          <p:nvPr/>
        </p:nvSpPr>
        <p:spPr>
          <a:xfrm>
            <a:off x="5080000" y="1270000"/>
            <a:ext cx="2794001" cy="2540001"/>
          </a:xfrm>
          <a:custGeom>
            <a:avLst/>
            <a:gdLst/>
            <a:ahLst/>
            <a:cxnLst/>
            <a:rect l="0" t="0" r="0" b="0"/>
            <a:pathLst>
              <a:path w="2794001" h="2540001">
                <a:moveTo>
                  <a:pt x="0" y="1270000"/>
                </a:moveTo>
                <a:cubicBezTo>
                  <a:pt x="762000" y="0"/>
                  <a:pt x="762000" y="0"/>
                  <a:pt x="762000" y="0"/>
                </a:cubicBezTo>
                <a:cubicBezTo>
                  <a:pt x="2032000" y="2540000"/>
                  <a:pt x="2032000" y="2540000"/>
                  <a:pt x="2032000" y="2540000"/>
                </a:cubicBezTo>
                <a:cubicBezTo>
                  <a:pt x="2794000" y="1270000"/>
                  <a:pt x="2794000" y="1270000"/>
                  <a:pt x="2794000" y="1270000"/>
                </a:cubicBezTo>
              </a:path>
            </a:pathLst>
          </a:custGeom>
          <a:ln w="38100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mond">
            <a:extLst>
              <a:ext uri="{FF2B5EF4-FFF2-40B4-BE49-F238E27FC236}">
                <a16:creationId xmlns:a16="http://schemas.microsoft.com/office/drawing/2014/main" id="{E944BD19-C383-77D7-4931-A8946E62B737}"/>
              </a:ext>
            </a:extLst>
          </p:cNvPr>
          <p:cNvSpPr/>
          <p:nvPr/>
        </p:nvSpPr>
        <p:spPr>
          <a:xfrm>
            <a:off x="9525000" y="1016000"/>
            <a:ext cx="2540001" cy="1778001"/>
          </a:xfrm>
          <a:custGeom>
            <a:avLst/>
            <a:gdLst/>
            <a:ahLst/>
            <a:cxnLst/>
            <a:rect l="0" t="0" r="0" b="0"/>
            <a:pathLst>
              <a:path w="2540001" h="1778001">
                <a:moveTo>
                  <a:pt x="0" y="889000"/>
                </a:moveTo>
                <a:lnTo>
                  <a:pt x="1270000" y="0"/>
                </a:lnTo>
                <a:lnTo>
                  <a:pt x="2540000" y="889000"/>
                </a:lnTo>
                <a:lnTo>
                  <a:pt x="1270000" y="1778000"/>
                </a:lnTo>
              </a:path>
            </a:pathLst>
          </a:custGeom>
          <a:solidFill>
            <a:schemeClr val="accent2"/>
          </a:solidFill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140637-0455-B81B-0249-B4B3B08C6DA2}"/>
              </a:ext>
            </a:extLst>
          </p:cNvPr>
          <p:cNvSpPr txBox="1"/>
          <p:nvPr/>
        </p:nvSpPr>
        <p:spPr>
          <a:xfrm>
            <a:off x="254000" y="127000"/>
            <a:ext cx="1143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/>
              <a:t>Custom Geometry (a:custGeom): freeform paths</a:t>
            </a:r>
          </a:p>
        </p:txBody>
      </p:sp>
    </p:spTree>
    <p:extLst>
      <p:ext uri="{BB962C8B-B14F-4D97-AF65-F5344CB8AC3E}">
        <p14:creationId xmlns:p14="http://schemas.microsoft.com/office/powerpoint/2010/main" val="1329683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Krasimira Genova</dc:creator>
  <cp:lastModifiedBy>Krasimira Genova</cp:lastModifiedBy>
  <cp:revision>1</cp:revision>
  <dcterms:created xsi:type="dcterms:W3CDTF">2026-06-25T22:49:02Z</dcterms:created>
  <dcterms:modified xsi:type="dcterms:W3CDTF">2026-06-25T22:49:02Z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63cba9-5f6c-478d-9329-7b2295e4e8ed_Enabled">
    <vt:lpwstr>true</vt:lpwstr>
  </property>
  <property fmtid="{D5CDD505-2E9C-101B-9397-08002B2CF9AE}" pid="3" name="MSIP_Label_e463cba9-5f6c-478d-9329-7b2295e4e8ed_SetDate">
    <vt:lpwstr>2026-06-25T22:49:02Z</vt:lpwstr>
  </property>
  <property fmtid="{D5CDD505-2E9C-101B-9397-08002B2CF9AE}" pid="4" name="MSIP_Label_e463cba9-5f6c-478d-9329-7b2295e4e8ed_Method">
    <vt:lpwstr>Standard</vt:lpwstr>
  </property>
  <property fmtid="{D5CDD505-2E9C-101B-9397-08002B2CF9AE}" pid="5" name="MSIP_Label_e463cba9-5f6c-478d-9329-7b2295e4e8ed_Name">
    <vt:lpwstr>All Employees_2</vt:lpwstr>
  </property>
  <property fmtid="{D5CDD505-2E9C-101B-9397-08002B2CF9AE}" pid="6" name="MSIP_Label_e463cba9-5f6c-478d-9329-7b2295e4e8ed_SiteId">
    <vt:lpwstr>33440fc6-b7c7-412c-bb73-0e70b0198d5a</vt:lpwstr>
  </property>
  <property fmtid="{D5CDD505-2E9C-101B-9397-08002B2CF9AE}" pid="7" name="MSIP_Label_e463cba9-5f6c-478d-9329-7b2295e4e8ed_ActionId">
    <vt:lpwstr>4b3bfbdc-af12-46b4-939c-f5a2b53b9ef4</vt:lpwstr>
  </property>
  <property fmtid="{D5CDD505-2E9C-101B-9397-08002B2CF9AE}" pid="8" name="MSIP_Label_e463cba9-5f6c-478d-9329-7b2295e4e8ed_ContentBits">
    <vt:lpwstr>0</vt:lpwstr>
  </property>
  <property fmtid="{D5CDD505-2E9C-101B-9397-08002B2CF9AE}" pid="9" name="MSIP_Label_e463cba9-5f6c-478d-9329-7b2295e4e8ed_Tag">
    <vt:lpwstr>10, 3, 0, 1</vt:lpwstr>
  </property>
</Properties>
</file>