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 />
  <Relationship Id="rId2" Type="http://schemas.openxmlformats.org/package/2006/relationships/metadata/core-properties" Target="docProps/core.xml" />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3"/>
  </p:sldMasterIdLst>
  <p:sldIdLst>
    <p:sldId id="256" r:id="rId2"/>
  </p:sldIdLst>
  <p:sldSz cx="12192000" cy="68580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
<Relationships xmlns="http://schemas.openxmlformats.org/package/2006/relationships">
  <Relationship Id="rId2" Type="http://schemas.openxmlformats.org/officeDocument/2006/relationships/slide" Target="slides/slide1.xml" />
  <Relationship Id="rId1" Type="http://schemas.openxmlformats.org/officeDocument/2006/relationships/presProps" Target="presProps.xml" />
  <Relationship Id="rId3" Type="http://schemas.openxmlformats.org/officeDocument/2006/relationships/slideMaster" Target="slideMasters/slideMaster1.xml" />
  <Relationship Id="rId4" Type="http://schemas.openxmlformats.org/officeDocument/2006/relationships/viewProps" Target="viewProps.xml" />
  <Relationship Id="rId5" Type="http://schemas.openxmlformats.org/officeDocument/2006/relationships/tableStyles" Target="tableStyles.xml" />
  <Relationship Id="rId6" Type="http://schemas.openxmlformats.org/officeDocument/2006/relationships/theme" Target="theme/theme1.xml" />
</Relationships>
</file>

<file path=ppt/slideLayouts/_rels/slideLayout1.xml.rels><?xml version="1.0" encoding="utf-8" standalone="yes"?>
<Relationships xmlns="http://schemas.openxmlformats.org/package/2006/relationships">
  <Relationship Id="rId1" Type="http://schemas.openxmlformats.org/officeDocument/2006/relationships/slideMaster" Target="../slideMasters/slideMaster1.xml" />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1.xml" />
  <Relationship Id="rId2" Type="http://schemas.openxmlformats.org/officeDocument/2006/relationships/slideLayout" Target="../slideLayouts/slideLayout1.xml" />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seline sample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solidFill>
            <a:srgbClr val="F2F2F2"/>
          </a:solidFill>
        </p:spPr>
        <p:txBody>
          <a:bodyPr/>
          <a:lstStyle/>
          <a:p>
            <a:pPr algn="ctr">
              <a:buNone/>
            </a:pPr>
            <a:r>
              <a:rPr lang="en-US" dirty="0"/>
              <a:t>H</a:t>
            </a:r>
            <a:r>
              <a:rPr lang="en-US" dirty="0" baseline="-25000"/>
              <a:t>2</a:t>
            </a:r>
            <a:r>
              <a:rPr lang="en-US" dirty="0"/>
              <a:t>O + x</a:t>
            </a:r>
            <a:r>
              <a:rPr lang="en-US" dirty="0" baseline="30000"/>
              <a:t>2</a:t>
            </a:r>
          </a:p>
        </p:txBody>
      </p:sp>
      <p:sp>
        <p:nvSpPr>
          <p:cNvPr id="3" name="Baseline plain control"/>
          <p:cNvSpPr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solidFill>
            <a:srgbClr val="F2F2F2"/>
          </a:solidFill>
        </p:spPr>
        <p:txBody>
          <a:bodyPr/>
          <a:lstStyle/>
          <a:p>
            <a:pPr algn="ctr">
              <a:buNone/>
            </a:pPr>
            <a:r>
              <a:rPr lang="en-US" dirty="0"/>
              <a:t>H2O + x2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