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9DB3F-FA75-B844-BC1F-91B99802F3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1D1576-CF37-822F-312A-B962559D7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207DD-94A1-3A35-3908-50CD7D66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9A7AC-0754-295A-BF7E-7FF81FF4F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ACF5E-8E01-B12B-47B3-2AE5499F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94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50EF9-F5A4-D6C6-43AA-6FF87E805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87581-2BE2-16CE-46F3-78DFF4FAD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11BB-D1FA-5395-F472-90C47DD0B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D6B4F-486A-B5B3-24DF-3A0056F3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A6D68-2F02-81CF-3D73-72AF2E56D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46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A7CA-8CC4-9855-5470-393C79918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60A6E-8FDF-5603-6B9E-116C3BFBF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768D6-6856-0368-DDAE-EEC081F52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124B3-BD09-B1A2-2276-EF93327E7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561CC-FDE8-56AA-ED15-1D2238C81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659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38EFB-F976-90A3-DB58-5E392D819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93F26-8673-2BF4-CA30-94E5C1511E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6E3968-25BE-41BF-8EDC-6EE9BF3CBA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C5DF7-9CA8-07FB-8EFE-9E07E451E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CEAE2B-E213-D8BF-C422-334C9736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4A8CFB-17D6-46B2-3BBA-2B1F3EC1D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01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20D3-F944-DAB2-59D7-C3A9CD2A9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96C838-BBDE-6EE1-0AD9-AC1E82E20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50813D-ABD3-A62E-6E43-3A2F28033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4BDC33-C693-B3B8-CE31-A213F5332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EFEE24-D646-BE4E-1D4D-CE4772E451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C8C9AE-5BDC-3BFF-E406-848B5519D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1A111A-095E-1DFB-F11F-5B1F2E7CA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A224C6-A1E2-C95E-521D-EAF7CDBD6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181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987F8-C694-1F62-3399-D058E823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42D6D7-2C51-5B47-4F23-B12669764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3C9A34-630F-8B2D-C6FF-596E2EF89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2835C4-EF81-2E6C-DB44-14C44E65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84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8CB98B-C9D7-D844-4EAA-6C4A7FC0C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48B51C-9CB1-D12A-0E7A-1C4742343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D7233-C0A8-B85E-EBAA-DAF2D650E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600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57007-FD20-0F6B-0E1D-91CE5B0E6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80F87-258C-A313-3DCC-7E3624420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BBA9ED-6518-398B-5F59-5170E207F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5FF89-EE2B-56E7-7C5E-689BB6E74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6F17F-64B7-23FF-BE9E-B2ED2B143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38231-B2F0-6227-C334-7A716F0B0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406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2A78-FCC6-B7A1-2058-23045F7D5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634FF8-4952-4FF2-B816-F424782216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CE879D-7A8C-E42D-F5F4-E8F5378736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9FCF2-4293-3307-2EB9-8605E43EB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F6836F-0A1D-3FA3-6FD0-7DEF33335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FD8BE-1F1A-4D07-CA96-7A4A69585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686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DB087-342B-FCF1-179C-F7C10D690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273549-EB4C-8815-74D0-6DF177CC41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1B7B2-C503-F2C9-68CB-E54BD3EAF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2813A-0AC8-2174-4C62-BFE0DF68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9D0D-9ADC-3460-76D0-7EFFC32C1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199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28F82-2634-05F1-8C39-74557D217E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4785A6-B729-FB08-41FB-BBD6D776B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DCC11-7027-6FDA-EF38-A1AF8585A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434DD-C573-BAA6-8737-7866F3A20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93398-1FEC-5103-6F44-E90958C32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19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9E9FB-5957-FCEA-6FAE-0B27E1916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CAB44-DA58-5F24-B513-0265A05B3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9C7851-3CB7-FF39-8860-3C2BC1ABC8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941BF2-BD6C-4D80-B0F9-FDDDC9F135DD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909C1-6BE0-A96A-1AF6-0CCBB56165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9D32-9B46-B032-FE82-733A7530BF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259BAE-92F0-47D0-9780-505BFE566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160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2B221F9-5F7C-9999-78EC-05107B5EE0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453564"/>
              </p:ext>
            </p:extLst>
          </p:nvPr>
        </p:nvGraphicFramePr>
        <p:xfrm>
          <a:off x="1651000" y="1778000"/>
          <a:ext cx="88900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0597252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41347726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845995890"/>
                    </a:ext>
                  </a:extLst>
                </a:gridCol>
              </a:tblGrid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3344920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1 234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First row of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0701781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5 678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Second row of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485681"/>
                  </a:ext>
                </a:extLst>
              </a:tr>
              <a:tr h="825500">
                <a:tc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Total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sz="1600" b="0"/>
                        <a:t>6 912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42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8474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2026-06-25T23:15:55Z</dcterms:created>
  <dcterms:modified xsi:type="dcterms:W3CDTF">2026-06-25T23:15:55Z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2026-06-25T23:15:55Z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add51a01-9c23-4320-b807-083a7c5f583e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