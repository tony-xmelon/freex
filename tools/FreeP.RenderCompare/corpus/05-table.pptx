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1C16-F0E9-7181-59F6-BBB181D15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57E07-7170-6490-D220-EAD0EFA42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9BD3B-DBE2-DD71-E5DE-2B6BD35E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81B8-1B6D-0C4E-6D49-BA0BB77E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F307-62C5-8AB2-2860-DEA2D4F3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D944-5C8A-A1C0-55AC-4DD2DF21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2750-F4C7-79DC-3AAE-D0692C584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43339-79E7-F2FC-761D-BDFC4429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FDCA-6C55-2868-FAE0-C93D2D95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BE3BF-1FAC-2978-BF08-2450544E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4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8C1C-2B92-399E-ABEA-02D51E05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A143C-BE2E-894A-7165-E366EFF2D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9126D-23DE-E1E8-FEA9-A696E19F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DA6D8-ECDB-259E-9743-45F7A5A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44FCA-86AA-922E-0BA1-E637E7F5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9CC06-B6E5-B4D9-26E2-A8EACD32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55D69-2A4D-229D-6B03-BBB48DC86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73446-F438-51C0-4D95-090E62BAE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6D8D0-DF05-A630-E7E7-03F99577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41E90-78B8-BA99-C06F-B0B83FDD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B7B3-37D2-86F6-BFF9-D7508796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1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B7FC-B375-141C-55E3-BA93955D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BB412-C194-2E7E-4509-EA9D0B24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CD5BA-2093-21A8-8890-F111C83E2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06E07-1F84-C782-CEF6-3240CC0A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79B53-6D1F-9BC6-1328-2C1B16B69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70443-AD17-B9F6-8521-8E5EDD60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135F3-21E9-282D-9576-3AB8710B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C63ED-0711-6AB8-D9BC-F482EDD9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2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A172-9B4B-EA67-B6F9-CEB790E82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49E66-E1F5-A820-77BA-488F8343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5B23C-A301-4FD3-82C8-76929A5D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B68D7-CEB4-A621-FF0A-24F28F07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3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06DD4-029B-E65D-1322-564B29CE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DBA27-4373-9D2C-8EB9-8A06BE94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62551-52FC-10D0-2F5D-B0E7FC10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AF56-C4DB-ED34-889E-AAA07E18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F099-753C-9365-0922-5682F3783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0700E-C38D-17E6-C777-071FB9A71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1F8C6-BFFF-E5DA-6F84-EBFD095A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4FCB7-053B-10B5-E8DC-C28F5FDE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FDC38-8CAF-63AD-2AE4-11918A8C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1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2DCC-A933-3F10-516F-5504EC44B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42602-9580-213E-3A3B-67227A0B4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66275-B3E1-FF19-A55D-2F01E939D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0DAFF-A57A-140E-CAD0-C5336DC9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CF04B-9CA5-4502-688F-06D36C2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52BDF-3C01-CAB0-0805-C6E38109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7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B591C-D5B0-D990-9FC3-5EB627E0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CDA35-3BAF-CDC2-1DC9-358BB7D57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736E1-F63D-1456-B3B6-FB212C2D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C61-32AF-9F44-6D9B-CD3DD9FA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208F-2E01-5DE9-A457-9D08C52F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D125B-4615-7BF8-B48C-114FFE60A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D7A23-3CAE-D7E8-4102-4C38FDB8F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E63D-8DF3-2B4D-9ECF-91B43872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3A370-81F0-CBC6-1632-F62EA964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BEBEE-FDFB-9B2F-8078-F386AC74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2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B9413-40F9-07C1-8E4D-0C076D7B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7E661-0567-9027-8132-544181A8B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36760-54A9-004C-E4E8-158CE5F6F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E9506-E54C-47BD-A6BA-2B5B28E2842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C96DE-1B6F-2D13-C614-D86E6FF7D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F702-72C4-36E0-A0B4-61A5D8481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12990-90F8-4915-B5EC-7ACE19A8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0197FB-D7F1-9CCE-9F42-159040BD0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23058"/>
              </p:ext>
            </p:extLst>
          </p:nvPr>
        </p:nvGraphicFramePr>
        <p:xfrm>
          <a:off x="1651000" y="1778000"/>
          <a:ext cx="8890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59667173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20830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15922415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2449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1 234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First row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24623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5 678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Second row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22177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Total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600" b="0"/>
                        <a:t>6 912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073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152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2026-06-25T17:06:33Z</dcterms:created>
  <dcterms:modified xsi:type="dcterms:W3CDTF">2026-06-25T17:06:33Z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2026-06-25T17:06:33Z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f81e0fe1-8191-4a7a-aa42-a3896957a924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