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8394A-4919-A258-84F0-697B1334C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8D5316-2367-B444-F846-C582C5299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8662B-5B58-AF94-5FB9-3418686C7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B1CA6-4378-1963-8F9D-CBC0C669C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A6460-B4B6-2E28-C334-1139DA0BC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44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A43A6-22CC-E357-7289-73BD79BA3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E258A-613B-8E3D-23A7-E10AC185C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89D8F-0F76-BF82-42C3-CD800A7D5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BC8A8-CCFF-B2F1-268F-716B9A868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3A487-C3BC-53E7-E86A-4B154BB7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0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9729C-4049-9AB7-73EB-8A069E2CE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63925B-BEAE-6704-2EBE-CC0A5685F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44CC4-1C48-9DC0-B2BD-0534A1C42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ED7855-66EB-1933-6E50-F1AD0449C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3DFEA-2EFD-8B9C-A9F4-8706ACF87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1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485CC-3C57-7C9F-E1C9-1B4116F3F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5F238-4BD5-99B7-447D-BA775DC484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CE7E8-B196-935B-27AF-EC21664AF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A4749-60CE-636E-C8C9-62CE2455B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DC05BF-84CD-0A32-F801-99810918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1816B-5FAA-D9D5-D091-2B549AB5F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86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CBE81-00C0-FE8A-6C85-4457458BD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E5463-5FB3-F3C5-87A9-4B608E514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5E56B2-37A7-C677-579C-5F127F2F4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6AA92C-AE43-600C-C23B-886EA97F30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8953-93C6-8A40-BD8D-70659ADFCD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D670CC-6FC3-7FB2-AC1B-1D2335178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953134-853C-4A9B-74DB-55E581313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64C919-78AD-AE6C-89FA-FDDC966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774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6B763-ABA4-C604-C1E4-BCFCCE5B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AB250D-002C-C327-2D7C-B5097DEE8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98939C-5B84-3CF2-6839-AC57CBBF4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CF37CD-DDB2-FD51-D762-D4AE0650C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9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C5553-0A97-763C-02FB-848F4D174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5C305E-B6DD-0C00-5AA3-B284489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9B0C6-6521-9A8F-C712-5DAB29FB9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25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696FE-5940-B0C5-5057-EBAB2034E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6FAAA-3EC5-5FCA-BDA5-AE5B60F18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765F7-F8B9-D37A-ABD7-B0F727AFDD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0019D-A61D-D738-FAFB-B19B55C1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BD6C4-B2F9-40AF-7482-B19D76BB0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9133C7-AFEB-00C7-3E0E-39449E57F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0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BBFF6-E581-5E93-75BA-0041191A5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A520E8-4E22-E970-BC01-40835AC66D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6FEF1D-0778-9D50-EF7C-9A38DC0E6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25A86-0D28-4967-9E47-CC6969053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AE9E81-FB47-BF2F-A000-30DBD39FA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73C7D-BCA6-5E29-F2A3-50291ADC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ECFF-39BE-003F-10E9-42DAA98F5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A12F0C-237B-60F2-48E6-CF1516A2E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64587-BE0A-12F7-047E-7AFB7035F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7FFCD-4363-D63F-397D-110CD93DB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870B6-F9C7-A123-66CA-17D101408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565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9FDD35-F333-D100-441D-EE465D408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2BC63-77F8-1350-56FB-33616C1BF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9D651-B5B0-66CE-0DE9-97E54ACA0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0829A-15E0-1A89-1FE5-2B6C23EF6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4BED0-4357-8572-E1CF-91565A66C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397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2A126F-7DA8-4A56-9D33-DB5963BF1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FAF4AC-83DB-15EF-6BFC-42EE79E8B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648F1-DF28-90DD-0BF2-ED833074A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35B9A9-AB88-4AF6-B911-5EB3961F0353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2C7BC1-D1B9-0E09-1E76-92E09FE99F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DE6B4-E180-AF8A-1EF7-2B1FD89A74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788AAA-8ADB-446B-841A-EEE1E095CB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9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A43EC2-EF58-A13E-B3C6-B53DCF0FA4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894588"/>
              </p:ext>
            </p:extLst>
          </p:nvPr>
        </p:nvGraphicFramePr>
        <p:xfrm>
          <a:off x="1651000" y="1778000"/>
          <a:ext cx="8890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399833691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19721813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912460504"/>
                    </a:ext>
                  </a:extLst>
                </a:gridCol>
              </a:tblGrid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968171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1 234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First row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406226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5 678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Second row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8729673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Total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6 912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017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2336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2026-06-25T14:20:25Z</dcterms:created>
  <dcterms:modified xsi:type="dcterms:W3CDTF">2026-06-25T14:20:25Z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2026-06-25T14:20:25Z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39eafd8c-1137-431f-b8f1-aab909849531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