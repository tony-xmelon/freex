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surface3DChart>
        <c:wireframe val="0"/>
        <c:ser>
          <c:idx val="0"/>
          <c:order val="0"/>
          <c:tx>
            <c:v>Low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16</c:v>
              </c:pt>
              <c:pt idx="2">
                <c:v>21</c:v>
              </c:pt>
              <c:pt idx="3">
                <c:v>14</c:v>
              </c:pt>
            </c:numLit>
          </c:val>
          <c:extLst>
            <c:ext xmlns:c16="http://schemas.microsoft.com/office/drawing/2014/chart" uri="{C3380CC4-5D6E-409C-BE32-E72D297353CC}">
              <c16:uniqueId val="{00000003-D513-4A32-B9BE-F862EBFC8DC3}"/>
            </c:ext>
          </c:extLst>
        </c:ser>
        <c:ser>
          <c:idx val="1"/>
          <c:order val="1"/>
          <c:tx>
            <c:v>Mid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24</c:v>
              </c:pt>
              <c:pt idx="2">
                <c:v>29</c:v>
              </c:pt>
              <c:pt idx="3">
                <c:v>22</c:v>
              </c:pt>
            </c:numLit>
          </c:val>
          <c:extLst>
            <c:ext xmlns:c16="http://schemas.microsoft.com/office/drawing/2014/chart" uri="{C3380CC4-5D6E-409C-BE32-E72D297353CC}">
              <c16:uniqueId val="{00000004-D513-4A32-B9BE-F862EBFC8DC3}"/>
            </c:ext>
          </c:extLst>
        </c:ser>
        <c:ser>
          <c:idx val="2"/>
          <c:order val="2"/>
          <c:tx>
            <c:v>High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27</c:v>
              </c:pt>
              <c:pt idx="1">
                <c:v>31</c:v>
              </c:pt>
              <c:pt idx="2">
                <c:v>36</c:v>
              </c:pt>
              <c:pt idx="3">
                <c:v>30</c:v>
              </c:pt>
            </c:numLit>
          </c:val>
          <c:extLst>
            <c:ext xmlns:c16="http://schemas.microsoft.com/office/drawing/2014/chart" uri="{C3380CC4-5D6E-409C-BE32-E72D297353CC}">
              <c16:uniqueId val="{00000005-D513-4A32-B9BE-F862EBFC8DC3}"/>
            </c:ext>
          </c:extLst>
        </c:ser>
        <c:ser>
          <c:idx val="3"/>
          <c:order val="3"/>
          <c:tx>
            <c:v>Peak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33</c:v>
              </c:pt>
              <c:pt idx="1">
                <c:v>39</c:v>
              </c:pt>
              <c:pt idx="2">
                <c:v>45</c:v>
              </c:pt>
              <c:pt idx="3">
                <c:v>37</c:v>
              </c:pt>
            </c:numLit>
          </c:val>
          <c:extLst>
            <c:ext xmlns:c16="http://schemas.microsoft.com/office/drawing/2014/chart" uri="{C3380CC4-5D6E-409C-BE32-E72D297353CC}">
              <c16:uniqueId val="{00000006-D513-4A32-B9BE-F862EBFC8DC3}"/>
            </c:ext>
          </c:extLst>
        </c:ser>
        <c:bandFmts/>
        <c:axId val="1916788431"/>
        <c:axId val="1834121551"/>
        <c:axId val="1841255983"/>
      </c:surface3DChart>
      <c:catAx>
        <c:axId val="19167884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34121551"/>
        <c:crosses val="autoZero"/>
        <c:auto val="1"/>
        <c:lblAlgn val="ctr"/>
        <c:lblOffset val="100"/>
        <c:noMultiLvlLbl val="0"/>
      </c:catAx>
      <c:valAx>
        <c:axId val="183412155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16788431"/>
        <c:crosses val="autoZero"/>
        <c:crossBetween val="midCat"/>
      </c:valAx>
      <c:serAx>
        <c:axId val="1841255983"/>
        <c:scaling>
          <c:orientation val="minMax"/>
        </c:scaling>
        <c:delete val="0"/>
        <c:axPos val="b"/>
        <c:majorTickMark val="out"/>
        <c:minorTickMark val="none"/>
        <c:tickLblPos val="nextTo"/>
        <c:crossAx val="1834121551"/>
        <c:crosses val="autoZero"/>
      </c:serAx>
    </c:plotArea>
    <c:legend>
      <c:legendPos val="r"/>
      <c:overlay val="0"/>
      <c:txPr>
        <a:bodyPr/>
        <a:lstStyle/>
        <a:p>
          <a:pPr rtl="0">
            <a:defRPr/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E47B-553B-4D1E-ADC9-4D9504C75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32658-2F8A-0AA6-F639-7D3790652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22517-06F9-204A-376B-F6325D06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4794-7070-DDB9-0B23-0510B000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73E32-99DE-AF06-CC48-8542A0C1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A5C8-65D9-42C0-61DC-482BD4D3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2B84-3EEF-A9D5-58E2-03AB91C9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EEEB4-E917-068C-2053-641B6AF3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D3477-DEEC-C1E8-FD6A-E5038CC4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DD75F-C089-189D-DD51-3F1C275D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0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5401E-ADEE-DE9F-2E19-A76EB159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457B9-141A-8065-9327-3CDC0C7A4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73A1-16A8-D34B-E34D-F059F51D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60E40-B48E-89CA-4444-DEBB327B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7E7E5-DE68-512F-564B-A08F8025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3AC5-A0D8-F481-44A4-03645B47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6E25-8073-4DFA-F5AF-B91CB0194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59373-72FC-C683-0EC8-E819D81E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4B4D4-F8F7-E72C-A350-6CC4B521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7DD5E-99B1-B40A-E7E8-6F684239D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950FC-0467-D995-3E46-1DD757B8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4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0F6B-0B1D-735C-A7D2-250DE1B8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423E-8DF4-D163-FFE5-7FBEFF8C6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F7965-9F4D-62D5-6DA7-97B4ED4FA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E082C-B19C-22AA-1DE8-745CE6086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28029-F907-06C5-0740-0BE847F49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E4B0D-5023-6369-A548-E2EAE935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EE1C4-EFA1-2528-517C-85D1328E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DBA0C-3005-5BD2-F6DE-F8D3BD55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77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93C7-E8FC-3E79-1302-11CB4910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5ADA3-FC82-C090-652C-ADE3DC62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02FE6-0E60-268F-2470-453CA807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5A7C9-2AF2-17E1-39DB-4374FFB6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7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265BC-6B83-B31E-2157-BBA3B65C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FA92E-5623-43C3-7C85-1A797D12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05862-5B6A-21CD-A5D8-3BD01794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2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2340-A7B9-7658-E5CB-730429B9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5470-2387-5DA3-1E7C-73EB06A0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18BBA-CED7-3C79-34AB-6380A1BF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49570-4965-D40F-058D-6F1778F6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04441-F186-9A79-2314-152D09E0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63036-570B-12E0-5E2D-FE71C698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8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20F8-70A1-E4FA-8949-8AF69964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967E9-7A2D-AE10-C34C-D42754791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787B4-A3FE-AA65-13B9-5D0A2CE49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2F6D0-EEC5-6B74-9C5C-B444EF274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1785D-C827-7247-6B2B-BBD6B845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10501-2F13-9769-5E3A-41AA0D6B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6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3E5C-7C31-A09C-07BF-1A752534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BF4D3-628F-C2FA-95F9-622C6353A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37922-8CBE-44F5-FAD7-24021A8A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90DB5-285F-3E96-497D-69105877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C280A-DDB4-FB44-70D6-B489F168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4C6728-3C1C-BA93-3FFE-F4FA18120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AAC02-1270-C32A-81E7-05747B20D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F02AE-FFE7-E629-251A-46795850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24C6-C6E1-890F-04D7-8893F128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7206-6180-9FB7-4D6D-69F1BEE1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ECE13-34A3-27B2-6C66-EC0A4F58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66168-889A-3AA9-63F8-E2084310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39A9-B202-ADAA-7D76-745125608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59925-F09C-4716-9345-C2BBB20722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2787C-7D07-2936-B6B4-4DF8FCA65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508F1-985F-BA01-D734-D2F0EBF1B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C1934-F2C7-4F8F-AF96-9070A4C2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98950-B646-536F-6C4F-25881ABC749E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Surface 3-D: 4x4 default topology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4985194-8C92-7C08-C0C0-274300E65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683552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686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The Band</dc:creator>
  <cp:lastModifiedBy>ALI The Band</cp:lastModifiedBy>
  <cp:revision>1</cp:revision>
  <dcterms:created xsi:type="dcterms:W3CDTF">2026-08-24T18:08:28Z</dcterms:created>
  <dcterms:modified xsi:type="dcterms:W3CDTF">2026-08-24T18:08:28Z</dcterms:modified>
</cp:coreProperties>
</file>