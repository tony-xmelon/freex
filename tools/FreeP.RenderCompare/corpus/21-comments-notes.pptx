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</Types>
</file>

<file path=_rels/.rels><?xml version="1.0" encoding="utf-8" standalone="yes"?>
<Relationships xmlns="http://schemas.openxmlformats.org/package/2006/relationships">
  <Relationship Id="rId1" Type="http://schemas.openxmlformats.org/officeDocument/2006/relationships/officeDocument" Target="ppt/presentation.xml" />
  <Relationship Id="rId2" Type="http://schemas.openxmlformats.org/package/2006/relationships/metadata/core-properties" Target="docProps/core.xml" />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4"/>
  </p:sldMasterIdLst>
  <p:sldIdLst>
    <p:sldId id="256" r:id="rId2"/>
    <p:sldId id="257" r:id="rId3"/>
  </p:sldIdLst>
  <p:sldSz cx="12192000" cy="6858000" type="screen16x9"/>
  <p:notesSz cx="6858000" cy="9144000"/>
</p:presentation>
</file>

<file path=ppt/commentAuthors.xml><?xml version="1.0" encoding="utf-8"?>
<p:cmAuthorLst xmlns:p="http://schemas.openxmlformats.org/presentationml/2006/main" xmlns:a="http://schemas.openxmlformats.org/drawingml/2006/main" xmlns:r="http://schemas.openxmlformats.org/officeDocument/2006/relationships">
  <p:cmAuthor id="0" name="Alice Reviewer" initials="AR" lastIdx="2" clrIdx="0"/>
  <p:cmAuthor id="1" name="Bob Reviewer" initials="BR" lastIdx="1" clrIdx="1"/>
</p:cmAuthorLst>
</file>

<file path=ppt/presProps.xml><?xml version="1.0" encoding="utf-8"?>
<p:presentationPr xmlns:p="http://schemas.openxmlformats.org/presentationml/2006/main" xmlns:a="http://schemas.openxmlformats.org/drawingml/2006/main"/>
</file>

<file path=ppt/tableStyles.xml><?xml version="1.0" encoding="utf-8"?>
<p:tblStyleLst xmlns:p="http://schemas.openxmlformats.org/presentation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
<Relationships xmlns="http://schemas.openxmlformats.org/package/2006/relationships">
  <Relationship Id="rId2" Type="http://schemas.openxmlformats.org/officeDocument/2006/relationships/slide" Target="slides/slide1.xml" />
  <Relationship Id="rId3" Type="http://schemas.openxmlformats.org/officeDocument/2006/relationships/slide" Target="slides/slide2.xml" />
  <Relationship Id="rId1" Type="http://schemas.openxmlformats.org/officeDocument/2006/relationships/presProps" Target="presProps.xml" />
  <Relationship Id="rId4" Type="http://schemas.openxmlformats.org/officeDocument/2006/relationships/slideMaster" Target="slideMasters/slideMaster1.xml" />
  <Relationship Id="rId5" Type="http://schemas.openxmlformats.org/officeDocument/2006/relationships/viewProps" Target="viewProps.xml" />
  <Relationship Id="rId6" Type="http://schemas.openxmlformats.org/officeDocument/2006/relationships/tableStyles" Target="tableStyles.xml" />
  <Relationship Id="rId7" Type="http://schemas.openxmlformats.org/officeDocument/2006/relationships/notesMaster" Target="notesMasters/notesMaster1.xml" />
  <Relationship Id="rId8" Type="http://schemas.openxmlformats.org/officeDocument/2006/relationships/commentAuthors" Target="commentAuthors.xml" />
</Relationships>
</file>

<file path=ppt/comments/comment1.xml><?xml version="1.0" encoding="utf-8"?>
<p:cmLst xmlns:p="http://schemas.openxmlformats.org/presentationml/2006/main" xmlns:a="http://schemas.openxmlformats.org/drawingml/2006/main" xmlns:r="http://schemas.openxmlformats.org/officeDocument/2006/relationships">
  <p:cm authorId="0" dt="2026-07-01T12:49:27" idx="1">
    <p:pos x="914400" y="457200"/>
    <p:text>Confirm the title before publishing.</p:text>
  </p:cm>
</p:cmLst>
</file>

<file path=ppt/comments/comment2.xml><?xml version="1.0" encoding="utf-8"?>
<p:cmLst xmlns:p="http://schemas.openxmlformats.org/presentationml/2006/main" xmlns:a="http://schemas.openxmlformats.org/drawingml/2006/main" xmlns:r="http://schemas.openxmlformats.org/officeDocument/2006/relationships">
  <p:cm authorId="1" dt="2026-07-01T12:49:27" idx="1">
    <p:pos x="1371600" y="914400"/>
    <p:text>Add a data source footnote.</p:text>
  </p:cm>
  <p:cm authorId="0" dt="2026-07-01T12:49:27" idx="2">
    <p:pos x="2743200" y="1371600"/>
    <p:text>Keep this callout for presenter notes.</p:text>
  </p:cm>
</p:cmLst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1.xml" />
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 />
  <Relationship Id="rId2" Type="http://schemas.openxmlformats.org/officeDocument/2006/relationships/notesMaster" Target="../notesMasters/notesMaster1.xml" 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 />
  <Relationship Id="rId2" Type="http://schemas.openxmlformats.org/officeDocument/2006/relationships/notesMaster" Target="../notesMasters/notesMaster1.xml" />
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Speaker note: introduce the review workflow.</a:t>
            </a:r>
          </a:p>
          <a:p>
            <a:pPr>
              <a:buNone/>
            </a:pPr>
            <a:r>
              <a:rPr lang="en-US" dirty="0"/>
              <a:t>Mention that comments should round-trip through package save.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Speaker note: summarize the comment decisions.</a:t>
            </a:r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
  <Relationship Id="rId1" Type="http://schemas.openxmlformats.org/officeDocument/2006/relationships/slideMaster" Target="../slideMasters/slideMaster1.xml" />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1.xml" />
  <Relationship Id="rId2" Type="http://schemas.openxmlformats.org/officeDocument/2006/relationships/slideLayout" Target="../slideLayouts/slideLayout1.xml" />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 />
  <Relationship Id="rIdNotes1" Type="http://schemas.openxmlformats.org/officeDocument/2006/relationships/notesSlide" Target="../notesSlides/notesSlide1.xml" />
  <Relationship Id="rIdCm1" Type="http://schemas.openxmlformats.org/officeDocument/2006/relationships/comments" Target="../comments/comment1.xml" 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 />
  <Relationship Id="rIdNotes2" Type="http://schemas.openxmlformats.org/officeDocument/2006/relationships/notesSlide" Target="../notesSlides/notesSlide2.xml" />
  <Relationship Id="rIdCm2" Type="http://schemas.openxmlformats.org/officeDocument/2006/relationships/comments" Target="../comments/comment2.xml" />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marker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solidFill>
            <a:srgbClr val="4472C4"/>
          </a:solidFill>
        </p:spPr>
        <p:txBody>
          <a:bodyPr/>
          <a:lstStyle/>
          <a:p>
            <a:pPr algn="ctr">
              <a:buNone/>
            </a:pPr>
            <a:r>
              <a:rPr lang="en-US" dirty="0" b="1"/>
              <a:t>Slide 1 has speaker notes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/>
          <p:nvPr>
            <p:ph type="title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dirty="0"/>
              <a:t>Follow-up comments</a:t>
            </a:r>
          </a:p>
        </p:txBody>
      </p:sp>
      <p:sp>
        <p:nvSpPr>
          <p:cNvPr id="2" name="Decision marker"/>
          <p:cNvSpPr/>
          <p:nvPr/>
        </p:nvSpPr>
        <p:spPr>
          <a:xfrm>
            <a:off x="914400" y="1371600"/>
            <a:ext cx="3200400" cy="914400"/>
          </a:xfrm>
          <a:prstGeom prst="roundRect">
            <a:avLst/>
          </a:prstGeom>
          <a:solidFill>
            <a:srgbClr val="70AD47"/>
          </a:solidFill>
        </p:spPr>
        <p:txBody>
          <a:bodyPr/>
          <a:lstStyle/>
          <a:p>
            <a:pPr algn="ctr">
              <a:buNone/>
            </a:pPr>
            <a:r>
              <a:rPr lang="en-US" dirty="0" b="1"/>
              <a:t>Slide 2 has two comments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