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6EE08-E1DF-E06A-0DA3-15A3BC011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C4388-B243-285F-B1E4-E84A59939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C1A84-0FE0-2305-964B-4052AA8C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0F9F-EB58-4805-BBA1-92B27878080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6701C-93A5-3938-1A73-9F5980DE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BD5CE-968B-98D2-83E9-B0DAB988C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B9C5-BBED-4748-9166-8042D4925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520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733EB-3472-9E38-A989-5954E60B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4343F-1F10-6418-CECD-41FBE4AE3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6A34F-3EE7-C541-E866-2D6B7CC6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0F9F-EB58-4805-BBA1-92B27878080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02BB7-7DEF-27EC-13B7-C3E57B70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EA8E9-2896-E114-6A51-BDCEF5B9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B9C5-BBED-4748-9166-8042D4925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5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13C59-1826-C7F5-CF4D-608F0047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5AE0E-F29D-82CA-1ECF-C9C8468CA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347AF-1DE9-2A9B-C0B4-C183416A3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0F9F-EB58-4805-BBA1-92B27878080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4BF40-2380-81BA-0788-4339A01B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E62DE-69D5-02EF-E9D6-25D6BEA70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B9C5-BBED-4748-9166-8042D4925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0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576B1-304B-6427-B936-7D23E2628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9FA74-0F70-C444-3A1F-5A4DBC407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C5219-139A-4F9A-F556-75D6194B2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FF515-52C7-85AE-5BAC-13714BBD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0F9F-EB58-4805-BBA1-92B27878080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9D2B6-11C2-2C9B-473B-8729D2795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5F370-6505-B62B-5E79-C15D197D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B9C5-BBED-4748-9166-8042D4925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55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C613-EEAE-B3BC-39BF-A54E8BC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3E94D-CCD9-8ACF-9BAA-59C5C3754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B6D44-65CB-C79F-95DB-D813AE021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EB6068-08C3-DC74-AC7C-1665146709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12B33-623D-0C4F-7B6A-993C80A712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1725D1-CE54-7598-2B4A-E69E2F37C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0F9F-EB58-4805-BBA1-92B27878080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F63BBE-2DD4-C602-DECF-ED897257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551777-F437-CCF5-5D1C-0643C3640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B9C5-BBED-4748-9166-8042D4925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27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EA8A-41D7-447A-E779-E20A13CD0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1501E-BED4-CE07-95AC-8C19C489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0F9F-EB58-4805-BBA1-92B27878080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45F53-D996-9D52-D1BB-8EBDBA5F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BAE08-2A3A-7360-AAA3-A05A9905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B9C5-BBED-4748-9166-8042D4925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27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E0B2E7-B04A-A33C-E2B4-825D37FAC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0F9F-EB58-4805-BBA1-92B27878080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3CF653-9A93-538C-F2AC-CCA783940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7F078-109B-1B0F-ABB3-CE268E2B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B9C5-BBED-4748-9166-8042D4925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0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7DA2-39D2-45C1-D213-F52B17275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569-99C9-A621-103B-3DB685C47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A22F-C8D8-2350-F7B3-8D1E80A7D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7AE30-0EE1-2B7C-FF0F-A9DD0E415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0F9F-EB58-4805-BBA1-92B27878080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C6204-33C4-F2A1-683B-13176050D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4DC3A-2AA3-DC97-3CFA-1FC77F2D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B9C5-BBED-4748-9166-8042D4925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1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C6974-0E23-7B0F-30F6-8BDE3C87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8960D-E8AE-8DBE-5D45-E83843E96F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89B9B-5729-E2CB-01A5-4CBD4596C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C2C16-FFB6-B8BB-2618-F7B08417B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0F9F-EB58-4805-BBA1-92B27878080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A6476-9A4C-93E4-0560-E16AAD752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8BC26-7381-88FC-298F-1313AE35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B9C5-BBED-4748-9166-8042D4925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36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732C-5F46-019B-16A0-685B26CA6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5D976-4307-6A10-B5E3-14F3E95F0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080DA-9FE4-91A9-FF47-43038D9EC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0F9F-EB58-4805-BBA1-92B27878080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D4D94-4F64-83B3-BBE0-FF562A6F7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9BBCA-58EF-0985-4E2F-EF62B1AC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B9C5-BBED-4748-9166-8042D4925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22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75F009-1116-E19B-8722-65826B2310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DD4DB-4867-88FC-C479-5425FC931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26A71-AB7D-D0A9-4C67-243AA85B2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0F9F-EB58-4805-BBA1-92B27878080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AC811-5E7C-51BC-FF7B-FFEDF644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A9BCC-782B-4E92-6C1E-86815B2B8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BB9C5-BBED-4748-9166-8042D4925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3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1B7A0D-59B8-35F4-18AE-63E59D7EE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1C473-7369-DBC4-5AF1-BA2CE1ED7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043A9-B135-9BBC-1B96-3B42A8EC5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A0F9F-EB58-4805-BBA1-92B278780808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A83AA-374A-2820-5EAA-8269B4774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B67C-C645-B701-74E4-C7F975F18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BB9C5-BBED-4748-9166-8042D4925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A0D0FF"/>
            </a:gs>
            <a:gs pos="100000">
              <a:srgbClr val="C0700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62FFA3-4232-3B80-88DC-8C789191AC0F}"/>
              </a:ext>
            </a:extLst>
          </p:cNvPr>
          <p:cNvSpPr txBox="1"/>
          <p:nvPr/>
        </p:nvSpPr>
        <p:spPr>
          <a:xfrm>
            <a:off x="254000" y="101600"/>
            <a:ext cx="1143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Slide 1 — Gradient Background</a:t>
            </a:r>
          </a:p>
        </p:txBody>
      </p:sp>
    </p:spTree>
    <p:extLst>
      <p:ext uri="{BB962C8B-B14F-4D97-AF65-F5344CB8AC3E}">
        <p14:creationId xmlns:p14="http://schemas.microsoft.com/office/powerpoint/2010/main" val="4234329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6C19DD-392F-8437-FD5B-E69B89B111CF}"/>
              </a:ext>
            </a:extLst>
          </p:cNvPr>
          <p:cNvSpPr txBox="1"/>
          <p:nvPr/>
        </p:nvSpPr>
        <p:spPr>
          <a:xfrm>
            <a:off x="254000" y="1016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Slide 2 — Tab Stops</a:t>
            </a:r>
          </a:p>
        </p:txBody>
      </p:sp>
      <p:sp>
        <p:nvSpPr>
          <p:cNvPr id="3" name="TabDemo">
            <a:extLst>
              <a:ext uri="{FF2B5EF4-FFF2-40B4-BE49-F238E27FC236}">
                <a16:creationId xmlns:a16="http://schemas.microsoft.com/office/drawing/2014/main" id="{7DAF2957-C47B-AF16-84F1-69EB9B02FAEC}"/>
              </a:ext>
            </a:extLst>
          </p:cNvPr>
          <p:cNvSpPr txBox="1"/>
          <p:nvPr/>
        </p:nvSpPr>
        <p:spPr>
          <a:xfrm>
            <a:off x="508000" y="762000"/>
            <a:ext cx="11176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/>
              <a:t>Name	Dept	Salary</a:t>
            </a:r>
          </a:p>
          <a:p>
            <a:r>
              <a:rPr lang="en-US" sz="1600"/>
              <a:t>Alice	Engineering	$95,000</a:t>
            </a:r>
          </a:p>
          <a:p>
            <a:r>
              <a:rPr lang="en-US" sz="1600"/>
              <a:t>Bob	Marketing	$72,000</a:t>
            </a:r>
          </a:p>
          <a:p>
            <a:r>
              <a:rPr lang="en-US" sz="1600"/>
              <a:t>Carol	Finance	$88,000</a:t>
            </a:r>
          </a:p>
        </p:txBody>
      </p:sp>
    </p:spTree>
    <p:extLst>
      <p:ext uri="{BB962C8B-B14F-4D97-AF65-F5344CB8AC3E}">
        <p14:creationId xmlns:p14="http://schemas.microsoft.com/office/powerpoint/2010/main" val="3286886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56848E-82B5-CCA3-C030-6F9185CA1F6F}"/>
              </a:ext>
            </a:extLst>
          </p:cNvPr>
          <p:cNvSpPr txBox="1"/>
          <p:nvPr/>
        </p:nvSpPr>
        <p:spPr>
          <a:xfrm>
            <a:off x="254000" y="1016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Slide 3 — Vertical Text</a:t>
            </a:r>
          </a:p>
        </p:txBody>
      </p:sp>
      <p:sp>
        <p:nvSpPr>
          <p:cNvPr id="3" name="VertUp">
            <a:extLst>
              <a:ext uri="{FF2B5EF4-FFF2-40B4-BE49-F238E27FC236}">
                <a16:creationId xmlns:a16="http://schemas.microsoft.com/office/drawing/2014/main" id="{14BB7146-4F36-C353-121C-2FE59A5709CA}"/>
              </a:ext>
            </a:extLst>
          </p:cNvPr>
          <p:cNvSpPr/>
          <p:nvPr/>
        </p:nvSpPr>
        <p:spPr>
          <a:xfrm>
            <a:off x="762000" y="762000"/>
            <a:ext cx="1016000" cy="3810000"/>
          </a:xfrm>
          <a:prstGeom prst="rect">
            <a:avLst/>
          </a:prstGeom>
          <a:solidFill>
            <a:srgbClr val="C472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Vertical Upward Text</a:t>
            </a:r>
          </a:p>
        </p:txBody>
      </p:sp>
      <p:sp>
        <p:nvSpPr>
          <p:cNvPr id="4" name="VertDown">
            <a:extLst>
              <a:ext uri="{FF2B5EF4-FFF2-40B4-BE49-F238E27FC236}">
                <a16:creationId xmlns:a16="http://schemas.microsoft.com/office/drawing/2014/main" id="{BE716D23-11F9-A4B0-74CC-3A5EADD838A3}"/>
              </a:ext>
            </a:extLst>
          </p:cNvPr>
          <p:cNvSpPr/>
          <p:nvPr/>
        </p:nvSpPr>
        <p:spPr>
          <a:xfrm>
            <a:off x="2540000" y="762000"/>
            <a:ext cx="1016000" cy="3810000"/>
          </a:xfrm>
          <a:prstGeom prst="rect">
            <a:avLst/>
          </a:prstGeom>
          <a:solidFill>
            <a:srgbClr val="317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Vertical Downward 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A9598-553E-572D-1C9E-F20DC084CB9C}"/>
              </a:ext>
            </a:extLst>
          </p:cNvPr>
          <p:cNvSpPr txBox="1"/>
          <p:nvPr/>
        </p:nvSpPr>
        <p:spPr>
          <a:xfrm>
            <a:off x="4318000" y="1905000"/>
            <a:ext cx="635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← Compare with horizontal text here</a:t>
            </a:r>
          </a:p>
        </p:txBody>
      </p:sp>
    </p:spTree>
    <p:extLst>
      <p:ext uri="{BB962C8B-B14F-4D97-AF65-F5344CB8AC3E}">
        <p14:creationId xmlns:p14="http://schemas.microsoft.com/office/powerpoint/2010/main" val="3897653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2026-06-26T09:15:43Z</dcterms:created>
  <dcterms:modified xsi:type="dcterms:W3CDTF">2026-06-26T09:15:43Z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2026-06-26T09:15:43Z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5497c776-454f-4e06-bbfc-53550423c19f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