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38B1-D0BB-5F6F-4418-D902C21FD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FE138-238C-2154-EF25-04843DD9C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52CF-A8F2-2C92-50B2-35D9EDA2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DB2B8-2520-3DF4-7C52-E0525809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86544-438D-B376-E54C-76CB16EA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1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9041-7EAD-3C71-90FD-6A6411E7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6B199-1D0F-57DC-B1D4-37F4C305B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2E55-3BA9-833F-62F8-DF38524D0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CD908-90E6-1C74-C0E8-B6E9302A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E9D3-DFD2-C146-EAB6-265C0153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7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694D-4083-3B13-5580-78B86588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3870F-D63C-73A3-093A-926408F6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E8B0-142D-A242-7ECC-915C10BA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DA2B0-C221-D6BD-7497-9FBC922A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1095-3583-8BAD-3C64-A252429F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4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6646-E725-0994-F749-57C99B64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934A-17E3-2A41-5EEB-19C15B626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9B817-2326-4B8D-A280-EEE33BE22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52F90-688C-19C3-443D-45D8D87F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486DF-8C7B-6E89-DC0C-2706CEB2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E5EB2-FE37-4754-05ED-26B7AD98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D585-E5FE-FFE9-C2B1-9AA852B3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A312B-3C15-0DBD-BF0B-9E566B8C9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37EE4-7C4B-DB3C-D5B6-36A1288A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9886F-239E-2CFD-AF6A-5131D7E64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281D14-E677-DF85-6660-461E3DF5C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04E04-C1B9-0C9D-47B6-658BDEBA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41678-A25A-CF6D-A12F-E6A1C343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AD2A3-5C1E-EAA0-BB6A-61F7BFE9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E0A6-FB3C-BD47-ACF5-7992F0D0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B039F-CBC4-4988-305F-41732488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A0AEA-087E-C7C5-1AEC-CC9BDB0E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F7D41-5779-DAA5-6B7C-8D3DEBAC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6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5C27E-3FE1-F0F5-88B8-D0DBA2EE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CB45D-5798-4ECF-3200-B75FA693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DE453-FDDD-82D3-2349-C0726F0F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6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3AA8-EDCB-3063-A844-48C6B3AA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78F3-7D02-EE46-8DDC-CF0338234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02530-B9EA-E57C-016F-068E7CE63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51CC0-8901-9A89-F5E6-97BFF4FB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A1C17-FA1F-BF88-ED4D-0FE9FD6C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1993D-4C10-EF6A-2756-43B8D9F2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6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30AC-F3BB-CA6C-5D4D-95B37E13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961ED-736C-12A8-B460-6806670AE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24795-C8E3-BBAA-2670-023A38ED4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8735C-257E-C165-C43E-354E1905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F085C-5F8D-4BBD-5117-255FC32C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A3784-B1DA-F0CF-B229-8C7D95ED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8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0C49-1DED-E7FF-65ED-97F67194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76757-96EC-625B-4159-D01E70F3E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FA518-7CBC-2F22-31DE-A5E1315F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7DF48-3CC7-AA41-7581-8FAB4950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CA794-A22B-8BA6-CA54-464347B4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9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144B9-0928-2C57-65FD-7E1A66CC2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4E5E5-0A23-3558-1815-C38EDEECE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293BC-39FC-3041-B091-31A2B2C9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A1402-00C7-F631-8C7B-AE12D1F0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12BDD-9971-4109-7136-EB62664B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2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4E40A-27A9-CA0F-A6F1-C97E40C4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6544F-28EB-B9BF-FBB5-49CE9D231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35CE7-01C6-81A2-CADC-B6CCE7B10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7B688-1030-40A8-95B2-85EFF3DE4DB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98219-E73B-6E38-6A53-5B7CC15F3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26461-3847-7A91-5D3E-856CF336C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CA107-90AE-479C-860C-909F3EB32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95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4F9D0-F812-3785-5E75-D6C14BA3D32F}"/>
              </a:ext>
            </a:extLst>
          </p:cNvPr>
          <p:cNvSpPr txBox="1"/>
          <p:nvPr/>
        </p:nvSpPr>
        <p:spPr>
          <a:xfrm>
            <a:off x="254000" y="127000"/>
            <a:ext cx="1168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/>
              <a:t>Bullet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7687F-22AD-0198-E42B-2FA87265DF10}"/>
              </a:ext>
            </a:extLst>
          </p:cNvPr>
          <p:cNvSpPr txBox="1"/>
          <p:nvPr/>
        </p:nvSpPr>
        <p:spPr>
          <a:xfrm>
            <a:off x="635000" y="1016000"/>
            <a:ext cx="1092200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Char char="•"/>
            </a:pPr>
            <a:r>
              <a:rPr lang="en-US"/>
              <a:t>Char bullet item 1</a:t>
            </a:r>
          </a:p>
          <a:p>
            <a:pPr marL="342900" indent="-342900">
              <a:spcBef>
                <a:spcPts val="600"/>
              </a:spcBef>
              <a:buFont typeface="+mj-lt"/>
              <a:buChar char="•"/>
            </a:pPr>
            <a:r>
              <a:rPr lang="en-US"/>
              <a:t>Char bullet item 2</a:t>
            </a:r>
          </a:p>
          <a:p>
            <a:pPr marL="342900" indent="-342900">
              <a:spcBef>
                <a:spcPts val="600"/>
              </a:spcBef>
              <a:buFont typeface="+mj-lt"/>
              <a:buChar char="•"/>
            </a:pPr>
            <a:r>
              <a:rPr lang="en-US"/>
              <a:t>Char bullet item 3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 lang="en-US"/>
              <a:t>Numbered item 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 lang="en-US"/>
              <a:t>Numbered item 2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 lang="en-US"/>
              <a:t>Numbered item 3</a:t>
            </a:r>
          </a:p>
        </p:txBody>
      </p:sp>
    </p:spTree>
    <p:extLst>
      <p:ext uri="{BB962C8B-B14F-4D97-AF65-F5344CB8AC3E}">
        <p14:creationId xmlns:p14="http://schemas.microsoft.com/office/powerpoint/2010/main" val="34655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A7ECD-B712-03BB-08EF-4FEB5CDD4D83}"/>
              </a:ext>
            </a:extLst>
          </p:cNvPr>
          <p:cNvSpPr txBox="1"/>
          <p:nvPr/>
        </p:nvSpPr>
        <p:spPr>
          <a:xfrm>
            <a:off x="254000" y="127000"/>
            <a:ext cx="1168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/>
              <a:t>Autofit Shrink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A1E61-9060-D0C3-CACB-88B06002BCBA}"/>
              </a:ext>
            </a:extLst>
          </p:cNvPr>
          <p:cNvSpPr txBox="1"/>
          <p:nvPr/>
        </p:nvSpPr>
        <p:spPr>
          <a:xfrm>
            <a:off x="635000" y="1016000"/>
            <a:ext cx="5080000" cy="2540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/>
              <a:t>Line 1: This is a long line of text that forces PowerPoint to shrink font.</a:t>
            </a:r>
          </a:p>
          <a:p>
            <a:r>
              <a:rPr lang="en-US"/>
              <a:t>Line 2: This is a long line of text that forces PowerPoint to shrink font.</a:t>
            </a:r>
          </a:p>
          <a:p>
            <a:r>
              <a:rPr lang="en-US"/>
              <a:t>Line 3: This is a long line of text that forces PowerPoint to shrink font.</a:t>
            </a:r>
          </a:p>
          <a:p>
            <a:r>
              <a:rPr lang="en-US"/>
              <a:t>Line 4: This is a long line of text that forces PowerPoint to shrink font.</a:t>
            </a:r>
          </a:p>
          <a:p>
            <a:r>
              <a:rPr lang="en-US"/>
              <a:t>Line 5: This is a long line of text that forces PowerPoint to shrink font.</a:t>
            </a:r>
          </a:p>
          <a:p>
            <a:r>
              <a:rPr lang="en-US"/>
              <a:t>Line 6: This is a long line of text that forces PowerPoint to shrink font.</a:t>
            </a:r>
          </a:p>
          <a:p>
            <a:r>
              <a:rPr lang="en-US"/>
              <a:t>Line 7: This is a long line of text that forces PowerPoint to shrink font.</a:t>
            </a:r>
          </a:p>
          <a:p>
            <a:r>
              <a:rPr lang="en-US"/>
              <a:t>Line 8: This is a long line of text that forces PowerPoint to shrink font.</a:t>
            </a:r>
          </a:p>
        </p:txBody>
      </p:sp>
    </p:spTree>
    <p:extLst>
      <p:ext uri="{BB962C8B-B14F-4D97-AF65-F5344CB8AC3E}">
        <p14:creationId xmlns:p14="http://schemas.microsoft.com/office/powerpoint/2010/main" val="588929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2026-06-26T10:00:18Z</dcterms:created>
  <dcterms:modified xsi:type="dcterms:W3CDTF">2026-06-26T10:00:18Z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2026-06-26T10:00:18Z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62655382-9efb-4ca4-afd4-cbb8ed084414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